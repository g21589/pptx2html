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10"/>
    <p:sldId id="257" r:id="rId11"/>
    <p:sldId id="258" r:id="rId12"/>
    <p:sldId id="259" r:id="rId13"/>
    <p:sldId id="260" r:id="rId14"/>
    <p:sldId id="261" r:id="rId15"/>
    <p:sldId id="26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2" Type="http://schemas.openxmlformats.org/officeDocument/2006/relationships/theme" Target="theme/them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stStyle>
          <a:p>
            <a:endParaRPr lang="en-US"/>
          </a:p>
        </p:txBody>
      </p:sp>
      <p:sp>
        <p:nvSpPr>
          <p:cNvPr id="4" name="Date Placeholder 3"/>
          <p:cNvSpPr>
            <a:spLocks noGrp="1"/>
          </p:cNvSpPr>
          <p:nvPr>
            <p:ph type="dt" idx="10"/>
          </p:nvPr>
        </p:nvSpPr>
        <p:spPr/>
        <p:txBody>
          <a:bodyPr/>
          <a:lstStyle/>
          <a:p>
            <a:endParaRPr lang="en-US"/>
          </a:p>
        </p:txBody>
      </p:sp>
      <p:sp>
        <p:nvSpPr>
          <p:cNvPr id="5" name="Footer Placeholder 4"/>
          <p:cNvSpPr>
            <a:spLocks noGrp="1"/>
          </p:cNvSpPr>
          <p:nvPr>
            <p:ph type="ftr" idx="11"/>
          </p:nvPr>
        </p:nvSpPr>
        <p:spPr/>
        <p:txBody>
          <a:bodyPr/>
          <a:lstStyle/>
          <a:p>
            <a:endParaRPr lang="en-US"/>
          </a:p>
        </p:txBody>
      </p:sp>
      <p:sp>
        <p:nvSpPr>
          <p:cNvPr id="6" name="Slide Number Placeholder 5"/>
          <p:cNvSpPr>
            <a:spLocks noGrp="1"/>
          </p:cNvSpPr>
          <p:nvPr>
            <p:ph type="sldNum"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idx="10"/>
          </p:nvPr>
        </p:nvSpPr>
        <p:spPr/>
        <p:txBody>
          <a:bodyPr/>
          <a:lstStyle/>
          <a:p>
            <a:endParaRPr lang="en-US"/>
          </a:p>
        </p:txBody>
      </p:sp>
      <p:sp>
        <p:nvSpPr>
          <p:cNvPr id="5" name="Footer Placeholder 4"/>
          <p:cNvSpPr>
            <a:spLocks noGrp="1"/>
          </p:cNvSpPr>
          <p:nvPr>
            <p:ph type="ftr" idx="11"/>
          </p:nvPr>
        </p:nvSpPr>
        <p:spPr/>
        <p:txBody>
          <a:bodyPr/>
          <a:lstStyle/>
          <a:p>
            <a:endParaRPr lang="en-US"/>
          </a:p>
        </p:txBody>
      </p:sp>
      <p:sp>
        <p:nvSpPr>
          <p:cNvPr id="6" name="Slide Number Placeholder 5"/>
          <p:cNvSpPr>
            <a:spLocks noGrp="1"/>
          </p:cNvSpPr>
          <p:nvPr>
            <p:ph type="sldNum" idx="12"/>
          </p:nvPr>
        </p:nvSpPr>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idx="10"/>
          </p:nvPr>
        </p:nvSpPr>
        <p:spPr/>
        <p:txBody>
          <a:bodyPr/>
          <a:lstStyle/>
          <a:p>
            <a:endParaRPr lang="en-US"/>
          </a:p>
        </p:txBody>
      </p:sp>
      <p:sp>
        <p:nvSpPr>
          <p:cNvPr id="5" name="Footer Placeholder 4"/>
          <p:cNvSpPr>
            <a:spLocks noGrp="1"/>
          </p:cNvSpPr>
          <p:nvPr>
            <p:ph type="ftr" idx="11"/>
          </p:nvPr>
        </p:nvSpPr>
        <p:spPr/>
        <p:txBody>
          <a:bodyPr/>
          <a:lstStyle/>
          <a:p>
            <a:endParaRPr lang="en-US"/>
          </a:p>
        </p:txBody>
      </p:sp>
      <p:sp>
        <p:nvSpPr>
          <p:cNvPr id="6" name="Slide Number Placeholder 5"/>
          <p:cNvSpPr>
            <a:spLocks noGrp="1"/>
          </p:cNvSpPr>
          <p:nvPr>
            <p:ph type="sldNum" idx="12"/>
          </p:nvPr>
        </p:nvSpPr>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Date Placeholder 3"/>
          <p:cNvSpPr>
            <a:spLocks noGrp="1"/>
          </p:cNvSpPr>
          <p:nvPr>
            <p:ph type="dt" idx="10"/>
          </p:nvPr>
        </p:nvSpPr>
        <p:spPr/>
        <p:txBody>
          <a:bodyPr/>
          <a:lstStyle/>
          <a:p>
            <a:endParaRPr lang="en-US"/>
          </a:p>
        </p:txBody>
      </p:sp>
      <p:sp>
        <p:nvSpPr>
          <p:cNvPr id="5" name="Footer Placeholder 4"/>
          <p:cNvSpPr>
            <a:spLocks noGrp="1"/>
          </p:cNvSpPr>
          <p:nvPr>
            <p:ph type="ftr" idx="11"/>
          </p:nvPr>
        </p:nvSpPr>
        <p:spPr/>
        <p:txBody>
          <a:bodyPr/>
          <a:lstStyle/>
          <a:p>
            <a:endParaRPr lang="en-US"/>
          </a:p>
        </p:txBody>
      </p:sp>
      <p:sp>
        <p:nvSpPr>
          <p:cNvPr id="6" name="Slide Number Placeholder 5"/>
          <p:cNvSpPr>
            <a:spLocks noGrp="1"/>
          </p:cNvSpPr>
          <p:nvPr>
            <p:ph type="sldNum" idx="12"/>
          </p:nvPr>
        </p:nvSpPr>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25625"/>
            <a:ext cx="5181600" cy="4351338"/>
          </a:xfrm>
        </p:spPr>
        <p:txBody>
          <a:bodyPr/>
          <a:lstStyle/>
          <a:p>
            <a:endParaRPr lang="en-US"/>
          </a:p>
        </p:txBody>
      </p:sp>
      <p:sp>
        <p:nvSpPr>
          <p:cNvPr id="7" name="Content Placeholder 3"/>
          <p:cNvSpPr>
            <a:spLocks noGrp="1"/>
          </p:cNvSpPr>
          <p:nvPr>
            <p:ph idx="2"/>
          </p:nvPr>
        </p:nvSpPr>
        <p:spPr>
          <a:xfrm>
            <a:off x="6172200" y="1825625"/>
            <a:ext cx="5181600" cy="4351338"/>
          </a:xfrm>
        </p:spPr>
        <p:txBody>
          <a:bodyPr/>
          <a:lstStyle/>
          <a:p>
            <a:endParaRPr lang="en-US"/>
          </a:p>
        </p:txBody>
      </p:sp>
      <p:sp>
        <p:nvSpPr>
          <p:cNvPr id="4" name="Date Placeholder 3"/>
          <p:cNvSpPr>
            <a:spLocks noGrp="1"/>
          </p:cNvSpPr>
          <p:nvPr>
            <p:ph type="dt" idx="10"/>
          </p:nvPr>
        </p:nvSpPr>
        <p:spPr/>
        <p:txBody>
          <a:bodyPr/>
          <a:lstStyle/>
          <a:p>
            <a:endParaRPr lang="en-US"/>
          </a:p>
        </p:txBody>
      </p:sp>
      <p:sp>
        <p:nvSpPr>
          <p:cNvPr id="5" name="Footer Placeholder 4"/>
          <p:cNvSpPr>
            <a:spLocks noGrp="1"/>
          </p:cNvSpPr>
          <p:nvPr>
            <p:ph type="ftr" idx="11"/>
          </p:nvPr>
        </p:nvSpPr>
        <p:spPr/>
        <p:txBody>
          <a:bodyPr/>
          <a:lstStyle/>
          <a:p>
            <a:endParaRPr lang="en-US"/>
          </a:p>
        </p:txBody>
      </p:sp>
      <p:sp>
        <p:nvSpPr>
          <p:cNvPr id="6" name="Slide Number Placeholder 5"/>
          <p:cNvSpPr>
            <a:spLocks noGrp="1"/>
          </p:cNvSpPr>
          <p:nvPr>
            <p:ph type="sldNum" idx="12"/>
          </p:nvPr>
        </p:nvSpPr>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p:txBody>
      </p:sp>
      <p:sp>
        <p:nvSpPr>
          <p:cNvPr id="4" name="Date Placeholder 3"/>
          <p:cNvSpPr>
            <a:spLocks noGrp="1"/>
          </p:cNvSpPr>
          <p:nvPr>
            <p:ph type="dt" idx="2" sz="quarter"/>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E1B2B5-0F7B-4C38-9A3A-111111111111}" type="datetimeFigureOut">
              <a:rPr lang="en-US"/>
              <a:t>1/1/2024</a:t>
            </a:fld>
            <a:endParaRPr lang="en-US"/>
          </a:p>
        </p:txBody>
      </p:sp>
      <p:sp>
        <p:nvSpPr>
          <p:cNvPr id="5" name="Footer Placeholder 4"/>
          <p:cNvSpPr>
            <a:spLocks noGrp="1"/>
          </p:cNvSpPr>
          <p:nvPr>
            <p:ph type="ftr" idx="3" sz="quarter"/>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idx="4" sz="quarter"/>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E1B2B5-0F7B-4C38-9A3A-222222222222}"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21589/PPTX2HTML" TargetMode="External"/><Relationship Id="rId3" Type="http://schemas.openxmlformats.org/officeDocument/2006/relationships/slide" Target="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xmlns:p15="http://schemas.microsoft.com/office/powerpoint/2012/main" xmlns:a14="http://schemas.microsoft.com/office/drawing/2010/main" xmlns:p159="http://schemas.microsoft.com/office/powerpoint/2015/09/main">
  <p:cSld name="Run formatting">
    <p:spTree>
      <p:nvGrpSpPr>
        <p:cNvPr id="1" name=""/>
        <p:cNvGrpSpPr/>
        <p:nvPr/>
      </p:nvGrpSpPr>
      <p:grpSpPr>
        <a:xfrm>
          <a:off x="0" y="0"/>
          <a:ext cx="0" cy="0"/>
          <a:chOff x="0" y="0"/>
          <a:chExt cx="0" cy="0"/>
        </a:xfrm>
      </p:grpSpPr>
      <p:sp>
        <p:nvSpPr>
          <p:cNvPr id="2" name="Label"/>
          <p:cNvSpPr txBox="1"/>
          <p:nvPr/>
        </p:nvSpPr>
        <p:spPr>
          <a:xfrm>
            <a:off x="190500" y="76200"/>
            <a:ext cx="11811000" cy="381000"/>
          </a:xfrm>
          <a:prstGeom prst="rect">
            <a:avLst/>
          </a:prstGeom>
          <a:noFill/>
        </p:spPr>
        <p:txBody>
          <a:bodyPr wrap="square" rtlCol="0">
            <a:spAutoFit/>
          </a:bodyPr>
          <a:lstStyle/>
          <a:p>
            <a:r>
              <a:rPr lang="en-US" dirty="0" sz="2000" b="1"/>
              <a:t>Character formatting</a:t>
            </a:r>
            <a:endParaRPr lang="en-US" dirty="0"/>
          </a:p>
        </p:txBody>
      </p:sp>
      <p:sp>
        <p:nvSpPr>
          <p:cNvPr id="3" name="decor"/>
          <p:cNvSpPr/>
          <p:nvPr/>
        </p:nvSpPr>
        <p:spPr>
          <a:xfrm>
            <a:off x="381000" y="666750"/>
            <a:ext cx="11430000" cy="571500"/>
          </a:xfrm>
          <a:prstGeom prst="rect">
            <a:avLst/>
          </a:prstGeom>
          <a:solidFill>
            <a:srgbClr val="F2F2F2"/>
          </a:solidFill>
          <a:ln w="9525">
            <a:solidFill>
              <a:srgbClr val="A6A6A6"/>
            </a:solidFill>
          </a:ln>
        </p:spPr>
        <p:txBody>
          <a:bodyPr anchor="ctr"/>
          <a:lstStyle/>
          <a:p>
            <a:r>
              <a:rPr lang="en-US" dirty="0" b="1" sz="2400"/>
              <a:t>Bold </a:t>
            </a:r>
            <a:r>
              <a:rPr lang="en-US" dirty="0" i="1" sz="2400"/>
              <a:t>Italic </a:t>
            </a:r>
            <a:r>
              <a:rPr lang="en-US" dirty="0" u="sng" sz="2400"/>
              <a:t>Underline </a:t>
            </a:r>
            <a:r>
              <a:rPr lang="en-US" dirty="0" u="dbl" sz="2400"/>
              <a:t>Double </a:t>
            </a:r>
            <a:r>
              <a:rPr lang="en-US" dirty="0" u="wavy" sz="2400"/>
              <a:t>Wavy </a:t>
            </a:r>
            <a:r>
              <a:rPr lang="en-US" dirty="0" u="dotted" sz="2400"/>
              <a:t>Dotted </a:t>
            </a:r>
            <a:r>
              <a:rPr lang="en-US" dirty="0" strike="sngStrike" sz="2400"/>
              <a:t>Strike </a:t>
            </a:r>
            <a:r>
              <a:rPr lang="en-US" dirty="0" strike="dblStrike" sz="2400"/>
              <a:t>DblStrike </a:t>
            </a:r>
            <a:endParaRPr lang="en-US" dirty="0"/>
          </a:p>
        </p:txBody>
      </p:sp>
      <p:sp>
        <p:nvSpPr>
          <p:cNvPr id="4" name="sizes"/>
          <p:cNvSpPr/>
          <p:nvPr/>
        </p:nvSpPr>
        <p:spPr>
          <a:xfrm>
            <a:off x="381000" y="1333500"/>
            <a:ext cx="11430000" cy="857250"/>
          </a:xfrm>
          <a:prstGeom prst="rect">
            <a:avLst/>
          </a:prstGeom>
          <a:solidFill>
            <a:srgbClr val="F2F2F2"/>
          </a:solidFill>
          <a:ln w="9525">
            <a:solidFill>
              <a:srgbClr val="A6A6A6"/>
            </a:solidFill>
          </a:ln>
        </p:spPr>
        <p:txBody>
          <a:bodyPr anchor="ctr"/>
          <a:lstStyle/>
          <a:p>
            <a:r>
              <a:rPr lang="en-US" dirty="0" sz="800"/>
              <a:t>8pt </a:t>
            </a:r>
            <a:r>
              <a:rPr lang="en-US" dirty="0" sz="1200"/>
              <a:t>12pt </a:t>
            </a:r>
            <a:r>
              <a:rPr lang="en-US" dirty="0" sz="1800"/>
              <a:t>18pt </a:t>
            </a:r>
            <a:r>
              <a:rPr lang="en-US" dirty="0" sz="2400"/>
              <a:t>24pt </a:t>
            </a:r>
            <a:r>
              <a:rPr lang="en-US" dirty="0" sz="3600"/>
              <a:t>36pt </a:t>
            </a:r>
            <a:r>
              <a:rPr lang="en-US" dirty="0" sz="5400"/>
              <a:t>54pt </a:t>
            </a:r>
            <a:endParaRPr lang="en-US" dirty="0"/>
          </a:p>
        </p:txBody>
      </p:sp>
      <p:sp>
        <p:nvSpPr>
          <p:cNvPr id="5" name="colors"/>
          <p:cNvSpPr/>
          <p:nvPr/>
        </p:nvSpPr>
        <p:spPr>
          <a:xfrm>
            <a:off x="381000" y="2286000"/>
            <a:ext cx="11430000" cy="571500"/>
          </a:xfrm>
          <a:prstGeom prst="rect">
            <a:avLst/>
          </a:prstGeom>
          <a:solidFill>
            <a:srgbClr val="F2F2F2"/>
          </a:solidFill>
          <a:ln w="9525">
            <a:solidFill>
              <a:srgbClr val="A6A6A6"/>
            </a:solidFill>
          </a:ln>
        </p:spPr>
        <p:txBody>
          <a:bodyPr anchor="ctr"/>
          <a:lstStyle/>
          <a:p>
            <a:r>
              <a:rPr lang="en-US" dirty="0" sz="2800">
                <a:solidFill>
                  <a:srgbClr val="FF0000"/>
                </a:solidFill>
              </a:rPr>
              <a:t>Red </a:t>
            </a:r>
            <a:r>
              <a:rPr lang="en-US" dirty="0" sz="2800">
                <a:solidFill>
                  <a:schemeClr val="accent1"/>
                </a:solidFill>
              </a:rPr>
              <a:t>Accent1 </a:t>
            </a:r>
            <a:r>
              <a:rPr lang="en-US" dirty="0" sz="2800" b="1">
                <a:gradFill>
                  <a:gsLst>
                    <a:gs pos="0">
                      <a:srgbClr val="FF0000"/>
                    </a:gs>
                    <a:gs pos="100000">
                      <a:srgbClr val="0000FF"/>
                    </a:gs>
                  </a:gsLst>
                  <a:lin ang="0" scaled="0"/>
                </a:gradFill>
              </a:rPr>
              <a:t>Gradient </a:t>
            </a:r>
            <a:r>
              <a:rPr lang="en-US" dirty="0" sz="2800" b="1">
                <a:ln w="12700">
                  <a:solidFill>
                    <a:srgbClr val="C00000"/>
                  </a:solidFill>
                </a:ln>
                <a:noFill/>
              </a:rPr>
              <a:t>Outline </a:t>
            </a:r>
            <a:r>
              <a:rPr lang="en-US" dirty="0" sz="2800">
                <a:highlight>
                  <a:srgbClr val="FFFF00"/>
                </a:highlight>
              </a:rPr>
              <a:t>Highlight </a:t>
            </a:r>
            <a:r>
              <a:rPr lang="en-US" dirty="0" sz="2800" b="1">
                <a:solidFill>
                  <a:srgbClr val="4472C4"/>
                </a:solidFill>
                <a:effectLst>
                  <a:outerShdw blurRad="38100" dist="38100" dir="2700000" algn="tl">
                    <a:srgbClr val="000000">
                      <a:alpha val="60000"/>
                    </a:srgbClr>
                  </a:outerShdw>
                </a:effectLst>
              </a:rPr>
              <a:t>Shadow</a:t>
            </a:r>
            <a:endParaRPr lang="en-US" dirty="0"/>
          </a:p>
        </p:txBody>
      </p:sp>
      <p:sp>
        <p:nvSpPr>
          <p:cNvPr id="6" name="misc"/>
          <p:cNvSpPr/>
          <p:nvPr/>
        </p:nvSpPr>
        <p:spPr>
          <a:xfrm>
            <a:off x="381000" y="2952750"/>
            <a:ext cx="11430000" cy="571500"/>
          </a:xfrm>
          <a:prstGeom prst="rect">
            <a:avLst/>
          </a:prstGeom>
          <a:solidFill>
            <a:srgbClr val="F2F2F2"/>
          </a:solidFill>
          <a:ln w="9525">
            <a:solidFill>
              <a:srgbClr val="A6A6A6"/>
            </a:solidFill>
          </a:ln>
        </p:spPr>
        <p:txBody>
          <a:bodyPr anchor="ctr"/>
          <a:lstStyle/>
          <a:p>
            <a:r>
              <a:rPr lang="en-US" dirty="0" sz="2400"/>
              <a:t>H</a:t>
            </a:r>
            <a:r>
              <a:rPr lang="en-US" dirty="0" sz="2400" baseline="-25000"/>
              <a:t>2</a:t>
            </a:r>
            <a:r>
              <a:rPr lang="en-US" dirty="0" sz="2400"/>
              <a:t>O and E=mc</a:t>
            </a:r>
            <a:r>
              <a:rPr lang="en-US" dirty="0" sz="2400" baseline="30000"/>
              <a:t>2</a:t>
            </a:r>
            <a:r>
              <a:rPr lang="en-US" dirty="0" sz="2400" cap="all"/>
              <a:t>   all caps   </a:t>
            </a:r>
            <a:r>
              <a:rPr lang="en-US" dirty="0" sz="2400" cap="small"/>
              <a:t>Small Caps</a:t>
            </a:r>
            <a:r>
              <a:rPr lang="en-US" dirty="0" sz="2400" spc="600"/>
              <a:t>   S p a c e d</a:t>
            </a:r>
            <a:r>
              <a:rPr lang="en-US" dirty="0" sz="2400" spc="-300"/>
              <a:t>   Condensed</a:t>
            </a:r>
            <a:endParaRPr lang="en-US" dirty="0"/>
          </a:p>
        </p:txBody>
      </p:sp>
      <p:sp>
        <p:nvSpPr>
          <p:cNvPr id="7" name="fonts"/>
          <p:cNvSpPr/>
          <p:nvPr/>
        </p:nvSpPr>
        <p:spPr>
          <a:xfrm>
            <a:off x="381000" y="3619500"/>
            <a:ext cx="11430000" cy="666750"/>
          </a:xfrm>
          <a:prstGeom prst="rect">
            <a:avLst/>
          </a:prstGeom>
          <a:solidFill>
            <a:srgbClr val="F2F2F2"/>
          </a:solidFill>
          <a:ln w="9525">
            <a:solidFill>
              <a:srgbClr val="A6A6A6"/>
            </a:solidFill>
          </a:ln>
        </p:spPr>
        <p:txBody>
          <a:bodyPr anchor="ctr"/>
          <a:lstStyle/>
          <a:p>
            <a:r>
              <a:rPr lang="en-US" dirty="0" sz="2400">
                <a:latin typeface="Calibri"/>
              </a:rPr>
              <a:t>Calibri </a:t>
            </a:r>
            <a:r>
              <a:rPr lang="en-US" dirty="0" sz="2400">
                <a:latin typeface="Times New Roman"/>
              </a:rPr>
              <a:t>Times New Roman </a:t>
            </a:r>
            <a:r>
              <a:rPr lang="en-US" dirty="0" sz="2400">
                <a:latin typeface="Courier New"/>
              </a:rPr>
              <a:t>Courier New </a:t>
            </a:r>
            <a:r>
              <a:rPr lang="en-US" dirty="0" sz="2400">
                <a:latin typeface="Arial"/>
              </a:rPr>
              <a:t>Arial </a:t>
            </a:r>
            <a:r>
              <a:rPr lang="en-US" dirty="0" sz="2400">
                <a:latin typeface="+mj-lt"/>
              </a:rPr>
              <a:t>Major font </a:t>
            </a:r>
            <a:r>
              <a:rPr lang="zh-TW" dirty="0" sz="2400" altLang="en-US">
                <a:ea typeface="+mn-ea"/>
              </a:rPr>
              <a:t>中文字型 日本語 한국어</a:t>
            </a:r>
            <a:endParaRPr lang="en-US" dirty="0"/>
          </a:p>
        </p:txBody>
      </p:sp>
      <p:sp>
        <p:nvSpPr>
          <p:cNvPr id="8" name="symbols"/>
          <p:cNvSpPr/>
          <p:nvPr/>
        </p:nvSpPr>
        <p:spPr>
          <a:xfrm>
            <a:off x="381000" y="4381500"/>
            <a:ext cx="11430000" cy="666750"/>
          </a:xfrm>
          <a:prstGeom prst="rect">
            <a:avLst/>
          </a:prstGeom>
          <a:solidFill>
            <a:srgbClr val="F2F2F2"/>
          </a:solidFill>
          <a:ln w="9525">
            <a:solidFill>
              <a:srgbClr val="A6A6A6"/>
            </a:solidFill>
          </a:ln>
        </p:spPr>
        <p:txBody>
          <a:bodyPr anchor="ctr"/>
          <a:lstStyle/>
          <a:p>
            <a:r>
              <a:rPr lang="en-US" dirty="0" sz="2400"/>
              <a:t>Wingdings: </a:t>
            </a:r>
            <a:r>
              <a:rPr lang="en-US" dirty="0" sz="2400">
                <a:sym typeface="Wingdings"/>
                <a:latin typeface="Wingdings"/>
              </a:rPr>
              <a:t>Øü§vq</a:t>
            </a:r>
            <a:r>
              <a:rPr lang="en-US" dirty="0" sz="2400"/>
              <a:t>   Symbol: </a:t>
            </a:r>
            <a:r>
              <a:rPr lang="en-US" dirty="0" sz="2400">
                <a:latin typeface="Symbol"/>
                <a:sym typeface="Symbol"/>
              </a:rPr>
              <a:t>abgdp</a:t>
            </a:r>
            <a:r>
              <a:rPr lang="en-US" dirty="0" sz="2400"/>
              <a:t>   Emoji: 😀🚀</a:t>
            </a:r>
            <a:endParaRPr lang="en-US" dirty="0"/>
          </a:p>
        </p:txBody>
      </p:sp>
      <p:sp>
        <p:nvSpPr>
          <p:cNvPr id="9" name="fields"/>
          <p:cNvSpPr/>
          <p:nvPr/>
        </p:nvSpPr>
        <p:spPr>
          <a:xfrm>
            <a:off x="381000" y="5143500"/>
            <a:ext cx="11430000" cy="571500"/>
          </a:xfrm>
          <a:prstGeom prst="rect">
            <a:avLst/>
          </a:prstGeom>
          <a:solidFill>
            <a:srgbClr val="F2F2F2"/>
          </a:solidFill>
          <a:ln w="9525">
            <a:solidFill>
              <a:srgbClr val="A6A6A6"/>
            </a:solidFill>
          </a:ln>
        </p:spPr>
        <p:txBody>
          <a:bodyPr anchor="ctr"/>
          <a:lstStyle/>
          <a:p>
            <a:r>
              <a:rPr lang="en-US" dirty="0" sz="2000"/>
              <a:t>Slide number: </a:t>
            </a:r>
            <a:fld id="{B6F15528-21DE-4FAA-801E-000000000001}" type="slidenum">
              <a:rPr lang="en-US" sz="2000"/>
              <a:t>‹#›</a:t>
            </a:fld>
            <a:r>
              <a:rPr lang="en-US" dirty="0" sz="2000"/>
              <a:t>   Date: </a:t>
            </a:r>
            <a:fld id="{B6F15528-21DE-4FAA-801E-000000000002}" type="datetime1">
              <a:rPr lang="en-US" sz="2000"/>
              <a:t>1/1/2020</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xmlns:p15="http://schemas.microsoft.com/office/powerpoint/2012/main" xmlns:a14="http://schemas.microsoft.com/office/drawing/2010/main" xmlns:p159="http://schemas.microsoft.com/office/powerpoint/2015/09/main">
  <p:cSld name="Alignment">
    <p:spTree>
      <p:nvGrpSpPr>
        <p:cNvPr id="1" name=""/>
        <p:cNvGrpSpPr/>
        <p:nvPr/>
      </p:nvGrpSpPr>
      <p:grpSpPr>
        <a:xfrm>
          <a:off x="0" y="0"/>
          <a:ext cx="0" cy="0"/>
          <a:chOff x="0" y="0"/>
          <a:chExt cx="0" cy="0"/>
        </a:xfrm>
      </p:grpSpPr>
      <p:sp>
        <p:nvSpPr>
          <p:cNvPr id="2" name="Label"/>
          <p:cNvSpPr txBox="1"/>
          <p:nvPr/>
        </p:nvSpPr>
        <p:spPr>
          <a:xfrm>
            <a:off x="190500" y="76200"/>
            <a:ext cx="11811000" cy="381000"/>
          </a:xfrm>
          <a:prstGeom prst="rect">
            <a:avLst/>
          </a:prstGeom>
          <a:noFill/>
        </p:spPr>
        <p:txBody>
          <a:bodyPr wrap="square" rtlCol="0">
            <a:spAutoFit/>
          </a:bodyPr>
          <a:lstStyle/>
          <a:p>
            <a:r>
              <a:rPr lang="en-US" dirty="0" sz="2000" b="1"/>
              <a:t>Paragraph alignment and vertical anchoring, insets, autofit, wrap</a:t>
            </a:r>
            <a:endParaRPr lang="en-US" dirty="0"/>
          </a:p>
        </p:txBody>
      </p:sp>
      <p:sp>
        <p:nvSpPr>
          <p:cNvPr id="3" name="algn l"/>
          <p:cNvSpPr/>
          <p:nvPr/>
        </p:nvSpPr>
        <p:spPr>
          <a:xfrm>
            <a:off x="381000" y="571500"/>
            <a:ext cx="3429000" cy="666750"/>
          </a:xfrm>
          <a:prstGeom prst="rect">
            <a:avLst/>
          </a:prstGeom>
          <a:solidFill>
            <a:srgbClr val="F2F2F2"/>
          </a:solidFill>
          <a:ln w="9525">
            <a:solidFill>
              <a:srgbClr val="A6A6A6"/>
            </a:solidFill>
          </a:ln>
        </p:spPr>
        <p:txBody>
          <a:bodyPr anchor="ctr"/>
          <a:lstStyle/>
          <a:p>
            <a:pPr algn="l"/>
            <a:r>
              <a:rPr lang="en-US" dirty="0" sz="1400"/>
              <a:t>Align l: the quick brown fox jumps over the lazy dog</a:t>
            </a:r>
            <a:endParaRPr lang="en-US" dirty="0"/>
          </a:p>
        </p:txBody>
      </p:sp>
      <p:sp>
        <p:nvSpPr>
          <p:cNvPr id="4" name="algn ctr"/>
          <p:cNvSpPr/>
          <p:nvPr/>
        </p:nvSpPr>
        <p:spPr>
          <a:xfrm>
            <a:off x="381000" y="1333500"/>
            <a:ext cx="3429000" cy="666750"/>
          </a:xfrm>
          <a:prstGeom prst="rect">
            <a:avLst/>
          </a:prstGeom>
          <a:solidFill>
            <a:srgbClr val="F2F2F2"/>
          </a:solidFill>
          <a:ln w="9525">
            <a:solidFill>
              <a:srgbClr val="A6A6A6"/>
            </a:solidFill>
          </a:ln>
        </p:spPr>
        <p:txBody>
          <a:bodyPr anchor="ctr"/>
          <a:lstStyle/>
          <a:p>
            <a:pPr algn="ctr"/>
            <a:r>
              <a:rPr lang="en-US" dirty="0" sz="1400"/>
              <a:t>Align ctr: the quick brown fox jumps over the lazy dog</a:t>
            </a:r>
            <a:endParaRPr lang="en-US" dirty="0"/>
          </a:p>
        </p:txBody>
      </p:sp>
      <p:sp>
        <p:nvSpPr>
          <p:cNvPr id="5" name="algn r"/>
          <p:cNvSpPr/>
          <p:nvPr/>
        </p:nvSpPr>
        <p:spPr>
          <a:xfrm>
            <a:off x="381000" y="2095500"/>
            <a:ext cx="3429000" cy="666750"/>
          </a:xfrm>
          <a:prstGeom prst="rect">
            <a:avLst/>
          </a:prstGeom>
          <a:solidFill>
            <a:srgbClr val="F2F2F2"/>
          </a:solidFill>
          <a:ln w="9525">
            <a:solidFill>
              <a:srgbClr val="A6A6A6"/>
            </a:solidFill>
          </a:ln>
        </p:spPr>
        <p:txBody>
          <a:bodyPr anchor="ctr"/>
          <a:lstStyle/>
          <a:p>
            <a:pPr algn="r"/>
            <a:r>
              <a:rPr lang="en-US" dirty="0" sz="1400"/>
              <a:t>Align r: the quick brown fox jumps over the lazy dog</a:t>
            </a:r>
            <a:endParaRPr lang="en-US" dirty="0"/>
          </a:p>
        </p:txBody>
      </p:sp>
      <p:sp>
        <p:nvSpPr>
          <p:cNvPr id="6" name="algn just"/>
          <p:cNvSpPr/>
          <p:nvPr/>
        </p:nvSpPr>
        <p:spPr>
          <a:xfrm>
            <a:off x="381000" y="2857500"/>
            <a:ext cx="3429000" cy="666750"/>
          </a:xfrm>
          <a:prstGeom prst="rect">
            <a:avLst/>
          </a:prstGeom>
          <a:solidFill>
            <a:srgbClr val="F2F2F2"/>
          </a:solidFill>
          <a:ln w="9525">
            <a:solidFill>
              <a:srgbClr val="A6A6A6"/>
            </a:solidFill>
          </a:ln>
        </p:spPr>
        <p:txBody>
          <a:bodyPr anchor="ctr"/>
          <a:lstStyle/>
          <a:p>
            <a:pPr algn="just"/>
            <a:r>
              <a:rPr lang="en-US" dirty="0" sz="1400"/>
              <a:t>Align just: the quick brown fox jumps over the lazy dog</a:t>
            </a:r>
            <a:endParaRPr lang="en-US" dirty="0"/>
          </a:p>
        </p:txBody>
      </p:sp>
      <p:sp>
        <p:nvSpPr>
          <p:cNvPr id="7" name="algn dist"/>
          <p:cNvSpPr/>
          <p:nvPr/>
        </p:nvSpPr>
        <p:spPr>
          <a:xfrm>
            <a:off x="381000" y="3619500"/>
            <a:ext cx="3429000" cy="666750"/>
          </a:xfrm>
          <a:prstGeom prst="rect">
            <a:avLst/>
          </a:prstGeom>
          <a:solidFill>
            <a:srgbClr val="F2F2F2"/>
          </a:solidFill>
          <a:ln w="9525">
            <a:solidFill>
              <a:srgbClr val="A6A6A6"/>
            </a:solidFill>
          </a:ln>
        </p:spPr>
        <p:txBody>
          <a:bodyPr anchor="ctr"/>
          <a:lstStyle/>
          <a:p>
            <a:pPr algn="dist"/>
            <a:r>
              <a:rPr lang="en-US" dirty="0" sz="1400"/>
              <a:t>Align dist: the quick brown fox jumps over the lazy dog</a:t>
            </a:r>
            <a:endParaRPr lang="en-US" dirty="0"/>
          </a:p>
        </p:txBody>
      </p:sp>
      <p:sp>
        <p:nvSpPr>
          <p:cNvPr id="8" name="anchor t"/>
          <p:cNvSpPr/>
          <p:nvPr/>
        </p:nvSpPr>
        <p:spPr>
          <a:xfrm>
            <a:off x="4191000" y="571500"/>
            <a:ext cx="1143000" cy="2286000"/>
          </a:xfrm>
          <a:prstGeom prst="rect">
            <a:avLst/>
          </a:prstGeom>
          <a:solidFill>
            <a:srgbClr val="F2F2F2"/>
          </a:solidFill>
          <a:ln w="9525">
            <a:solidFill>
              <a:srgbClr val="A6A6A6"/>
            </a:solidFill>
          </a:ln>
        </p:spPr>
        <p:txBody>
          <a:bodyPr anchor="t"/>
          <a:lstStyle/>
          <a:p>
            <a:pPr algn="ctr"/>
            <a:r>
              <a:rPr lang="en-US" dirty="0" sz="1400"/>
              <a:t>anchor t</a:t>
            </a:r>
            <a:endParaRPr lang="en-US" dirty="0"/>
          </a:p>
        </p:txBody>
      </p:sp>
      <p:sp>
        <p:nvSpPr>
          <p:cNvPr id="9" name="anchor ctr"/>
          <p:cNvSpPr/>
          <p:nvPr/>
        </p:nvSpPr>
        <p:spPr>
          <a:xfrm>
            <a:off x="5524500" y="571500"/>
            <a:ext cx="1143000" cy="2286000"/>
          </a:xfrm>
          <a:prstGeom prst="rect">
            <a:avLst/>
          </a:prstGeom>
          <a:solidFill>
            <a:srgbClr val="F2F2F2"/>
          </a:solidFill>
          <a:ln w="9525">
            <a:solidFill>
              <a:srgbClr val="A6A6A6"/>
            </a:solidFill>
          </a:ln>
        </p:spPr>
        <p:txBody>
          <a:bodyPr anchor="ctr"/>
          <a:lstStyle/>
          <a:p>
            <a:pPr algn="ctr"/>
            <a:r>
              <a:rPr lang="en-US" dirty="0" sz="1400"/>
              <a:t>anchor ctr</a:t>
            </a:r>
            <a:endParaRPr lang="en-US" dirty="0"/>
          </a:p>
        </p:txBody>
      </p:sp>
      <p:sp>
        <p:nvSpPr>
          <p:cNvPr id="10" name="anchor b"/>
          <p:cNvSpPr/>
          <p:nvPr/>
        </p:nvSpPr>
        <p:spPr>
          <a:xfrm>
            <a:off x="6858000" y="571500"/>
            <a:ext cx="1143000" cy="2286000"/>
          </a:xfrm>
          <a:prstGeom prst="rect">
            <a:avLst/>
          </a:prstGeom>
          <a:solidFill>
            <a:srgbClr val="F2F2F2"/>
          </a:solidFill>
          <a:ln w="9525">
            <a:solidFill>
              <a:srgbClr val="A6A6A6"/>
            </a:solidFill>
          </a:ln>
        </p:spPr>
        <p:txBody>
          <a:bodyPr anchor="b"/>
          <a:lstStyle/>
          <a:p>
            <a:pPr algn="ctr"/>
            <a:r>
              <a:rPr lang="en-US" dirty="0" sz="1400"/>
              <a:t>anchor b</a:t>
            </a:r>
            <a:endParaRPr lang="en-US" dirty="0"/>
          </a:p>
        </p:txBody>
      </p:sp>
      <p:sp>
        <p:nvSpPr>
          <p:cNvPr id="11" name="insets"/>
          <p:cNvSpPr/>
          <p:nvPr/>
        </p:nvSpPr>
        <p:spPr>
          <a:xfrm>
            <a:off x="4191000" y="3048000"/>
            <a:ext cx="3810000" cy="952500"/>
          </a:xfrm>
          <a:prstGeom prst="rect">
            <a:avLst/>
          </a:prstGeom>
          <a:solidFill>
            <a:srgbClr val="F2F2F2"/>
          </a:solidFill>
          <a:ln w="9525">
            <a:solidFill>
              <a:srgbClr val="A6A6A6"/>
            </a:solidFill>
          </a:ln>
        </p:spPr>
        <p:txBody>
          <a:bodyPr lIns="457200" tIns="228600" rIns="0" bIns="0" anchor="t"/>
          <a:lstStyle/>
          <a:p>
            <a:r>
              <a:rPr lang="en-US" dirty="0" sz="1400"/>
              <a:t>Large insets (36pt left, 18pt top)</a:t>
            </a:r>
            <a:endParaRPr lang="en-US" dirty="0"/>
          </a:p>
        </p:txBody>
      </p:sp>
      <p:sp>
        <p:nvSpPr>
          <p:cNvPr id="12" name="nowrap"/>
          <p:cNvSpPr/>
          <p:nvPr/>
        </p:nvSpPr>
        <p:spPr>
          <a:xfrm>
            <a:off x="4191000" y="4191000"/>
            <a:ext cx="1524000" cy="476250"/>
          </a:xfrm>
          <a:prstGeom prst="rect">
            <a:avLst/>
          </a:prstGeom>
          <a:solidFill>
            <a:srgbClr val="F2F2F2"/>
          </a:solidFill>
          <a:ln w="9525">
            <a:solidFill>
              <a:srgbClr val="A6A6A6"/>
            </a:solidFill>
          </a:ln>
        </p:spPr>
        <p:txBody>
          <a:bodyPr wrap="none" anchor="ctr"/>
          <a:lstStyle/>
          <a:p>
            <a:pPr algn="ctr"/>
            <a:r>
              <a:rPr lang="en-US" dirty="0" sz="1400"/>
              <a:t>wrap none: this line keeps going past the box</a:t>
            </a:r>
            <a:endParaRPr lang="en-US" dirty="0"/>
          </a:p>
        </p:txBody>
      </p:sp>
      <p:sp>
        <p:nvSpPr>
          <p:cNvPr id="13" name="shrink"/>
          <p:cNvSpPr/>
          <p:nvPr/>
        </p:nvSpPr>
        <p:spPr>
          <a:xfrm>
            <a:off x="4191000" y="4953000"/>
            <a:ext cx="2857500" cy="762000"/>
          </a:xfrm>
          <a:prstGeom prst="rect">
            <a:avLst/>
          </a:prstGeom>
          <a:solidFill>
            <a:srgbClr val="F2F2F2"/>
          </a:solidFill>
          <a:ln w="9525">
            <a:solidFill>
              <a:srgbClr val="A6A6A6"/>
            </a:solidFill>
          </a:ln>
        </p:spPr>
        <p:txBody>
          <a:bodyPr>
            <a:normAutofit fontScale="62500" lnSpcReduction="20000"/>
          </a:bodyPr>
          <a:lstStyle/>
          <a:p>
            <a:r>
              <a:rPr lang="en-US" dirty="0" sz="2400"/>
              <a:t>Shrink text on overflow: fontScale 62.5% with line spacing reduction applied to this long paragraph of text</a:t>
            </a:r>
            <a:endParaRPr lang="en-US" dirty="0"/>
          </a:p>
        </p:txBody>
      </p:sp>
      <p:sp>
        <p:nvSpPr>
          <p:cNvPr id="14" name="anchorCtr"/>
          <p:cNvSpPr/>
          <p:nvPr/>
        </p:nvSpPr>
        <p:spPr>
          <a:xfrm>
            <a:off x="8572500" y="571500"/>
            <a:ext cx="3238500" cy="1143000"/>
          </a:xfrm>
          <a:prstGeom prst="rect">
            <a:avLst/>
          </a:prstGeom>
          <a:solidFill>
            <a:srgbClr val="F2F2F2"/>
          </a:solidFill>
          <a:ln w="9525">
            <a:solidFill>
              <a:srgbClr val="A6A6A6"/>
            </a:solidFill>
          </a:ln>
        </p:spPr>
        <p:txBody>
          <a:bodyPr anchor="ctr" anchorCtr="1"/>
          <a:lstStyle/>
          <a:p>
            <a:pPr algn="l"/>
            <a:r>
              <a:rPr lang="en-US" dirty="0" sz="1400"/>
              <a:t>anchorCtr: block centred</a:t>
            </a:r>
            <a:endParaRPr lang="en-US" dirty="0"/>
          </a:p>
          <a:p>
            <a:pPr algn="l"/>
            <a:r>
              <a:rPr lang="en-US" dirty="0" sz="1400"/>
              <a:t>second</a:t>
            </a:r>
            <a:endParaRPr lang="en-US" dirty="0"/>
          </a:p>
        </p:txBody>
      </p:sp>
      <p:sp>
        <p:nvSpPr>
          <p:cNvPr id="15" name="columns"/>
          <p:cNvSpPr/>
          <p:nvPr/>
        </p:nvSpPr>
        <p:spPr>
          <a:xfrm>
            <a:off x="8572500" y="1905000"/>
            <a:ext cx="3238500" cy="1905000"/>
          </a:xfrm>
          <a:prstGeom prst="rect">
            <a:avLst/>
          </a:prstGeom>
          <a:solidFill>
            <a:srgbClr val="F2F2F2"/>
          </a:solidFill>
          <a:ln w="9525">
            <a:solidFill>
              <a:srgbClr val="A6A6A6"/>
            </a:solidFill>
          </a:ln>
        </p:spPr>
        <p:txBody>
          <a:bodyPr numCol="2" spcCol="182880"/>
          <a:lstStyle/>
          <a:p>
            <a:r>
              <a:rPr lang="en-US" dirty="0" sz="1200"/>
              <a:t>Two columns of text. Two columns of text. Two columns of text. Two columns of text. Two columns of text. Two columns of text. Two columns of text. Two columns of text. Two columns of text. Two columns of text. </a:t>
            </a:r>
            <a:endParaRPr lang="en-US" dirty="0"/>
          </a:p>
        </p:txBody>
      </p:sp>
      <p:sp>
        <p:nvSpPr>
          <p:cNvPr id="16" name="rtl"/>
          <p:cNvSpPr/>
          <p:nvPr/>
        </p:nvSpPr>
        <p:spPr>
          <a:xfrm>
            <a:off x="8572500" y="4000500"/>
            <a:ext cx="3238500" cy="571500"/>
          </a:xfrm>
          <a:prstGeom prst="rect">
            <a:avLst/>
          </a:prstGeom>
          <a:solidFill>
            <a:srgbClr val="F2F2F2"/>
          </a:solidFill>
          <a:ln w="9525">
            <a:solidFill>
              <a:srgbClr val="A6A6A6"/>
            </a:solidFill>
          </a:ln>
        </p:spPr>
        <p:txBody>
          <a:bodyPr anchor="ctr"/>
          <a:lstStyle/>
          <a:p>
            <a:pPr algn="r" rtl="1"/>
            <a:r>
              <a:rPr lang="ar-SA" dirty="0" sz="2000"/>
              <a:t>مرحبا بالعالم</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xmlns:p15="http://schemas.microsoft.com/office/powerpoint/2012/main" xmlns:a14="http://schemas.microsoft.com/office/drawing/2010/main" xmlns:p159="http://schemas.microsoft.com/office/powerpoint/2015/09/main">
  <p:cSld name="Bullets">
    <p:spTree>
      <p:nvGrpSpPr>
        <p:cNvPr id="1" name=""/>
        <p:cNvGrpSpPr/>
        <p:nvPr/>
      </p:nvGrpSpPr>
      <p:grpSpPr>
        <a:xfrm>
          <a:off x="0" y="0"/>
          <a:ext cx="0" cy="0"/>
          <a:chOff x="0" y="0"/>
          <a:chExt cx="0" cy="0"/>
        </a:xfrm>
      </p:grpSpPr>
      <p:sp>
        <p:nvSpPr>
          <p:cNvPr id="2" name="Label"/>
          <p:cNvSpPr txBox="1"/>
          <p:nvPr/>
        </p:nvSpPr>
        <p:spPr>
          <a:xfrm>
            <a:off x="190500" y="76200"/>
            <a:ext cx="11811000" cy="381000"/>
          </a:xfrm>
          <a:prstGeom prst="rect">
            <a:avLst/>
          </a:prstGeom>
          <a:noFill/>
        </p:spPr>
        <p:txBody>
          <a:bodyPr wrap="square" rtlCol="0">
            <a:spAutoFit/>
          </a:bodyPr>
          <a:lstStyle/>
          <a:p>
            <a:r>
              <a:rPr lang="en-US" dirty="0" sz="2000" b="1"/>
              <a:t>Bullets, picture-less symbols, auto numbering schemes, levels</a:t>
            </a:r>
            <a:endParaRPr lang="en-US" dirty="0"/>
          </a:p>
        </p:txBody>
      </p:sp>
      <p:sp>
        <p:nvSpPr>
          <p:cNvPr id="3" name="bullets"/>
          <p:cNvSpPr/>
          <p:nvPr/>
        </p:nvSpPr>
        <p:spPr>
          <a:xfrm>
            <a:off x="381000" y="571500"/>
            <a:ext cx="5334000" cy="3143250"/>
          </a:xfrm>
          <a:prstGeom prst="rect">
            <a:avLst/>
          </a:prstGeom>
          <a:solidFill>
            <a:srgbClr val="F2F2F2"/>
          </a:solidFill>
          <a:ln w="9525">
            <a:solidFill>
              <a:srgbClr val="A6A6A6"/>
            </a:solidFill>
          </a:ln>
        </p:spPr>
        <p:txBody>
          <a:bodyPr anchor="t"/>
          <a:lstStyle/>
          <a:p>
            <a:pPr marL="342900" indent="-342900">
              <a:buFont typeface="Arial"/>
              <a:buChar char="•"/>
            </a:pPr>
            <a:r>
              <a:rPr lang="en-US" dirty="0" sz="1800"/>
              <a:t>Arial bullet</a:t>
            </a:r>
            <a:endParaRPr lang="en-US" dirty="0"/>
          </a:p>
          <a:p>
            <a:pPr marL="342900" indent="-342900">
              <a:buFont typeface="Wingdings" pitchFamily="2" charset="2"/>
              <a:buChar char="§"/>
            </a:pPr>
            <a:r>
              <a:rPr lang="en-US" dirty="0" sz="1800"/>
              <a:t>Wingdings square</a:t>
            </a:r>
            <a:endParaRPr lang="en-US" dirty="0"/>
          </a:p>
          <a:p>
            <a:pPr marL="342900" indent="-342900">
              <a:buFont typeface="Wingdings" pitchFamily="2" charset="2"/>
              <a:buChar char="Ø"/>
            </a:pPr>
            <a:r>
              <a:rPr lang="en-US" dirty="0" sz="1800"/>
              <a:t>Wingdings arrow</a:t>
            </a:r>
            <a:endParaRPr lang="en-US" dirty="0"/>
          </a:p>
          <a:p>
            <a:pPr marL="342900" indent="-342900">
              <a:buClr>
                <a:srgbClr val="FF0000"/>
              </a:buClr>
              <a:buSzPct val="150000"/>
              <a:buFont typeface="Arial"/>
              <a:buChar char="■"/>
            </a:pPr>
            <a:r>
              <a:rPr lang="en-US" dirty="0" sz="1800"/>
              <a:t>Coloured, 150%</a:t>
            </a:r>
            <a:endParaRPr lang="en-US" dirty="0"/>
          </a:p>
          <a:p>
            <a:pPr marL="800100" lvl="1" indent="-342900">
              <a:buFont typeface="Courier New"/>
              <a:buChar char="o"/>
            </a:pPr>
            <a:r>
              <a:rPr lang="en-US" dirty="0" sz="1600"/>
              <a:t>Level 2</a:t>
            </a:r>
            <a:endParaRPr lang="en-US" dirty="0"/>
          </a:p>
          <a:p>
            <a:pPr marL="1257300" lvl="2" indent="-342900">
              <a:buFont typeface="Arial"/>
              <a:buChar char="–"/>
            </a:pPr>
            <a:r>
              <a:rPr lang="en-US" dirty="0" sz="1400"/>
              <a:t>Level 3</a:t>
            </a:r>
            <a:endParaRPr lang="en-US" dirty="0"/>
          </a:p>
          <a:p>
            <a:pPr marL="0" indent="0">
              <a:buNone/>
            </a:pPr>
            <a:r>
              <a:rPr lang="en-US" dirty="0" sz="1800"/>
              <a:t>No bullet</a:t>
            </a:r>
            <a:endParaRPr lang="en-US" dirty="0"/>
          </a:p>
        </p:txBody>
      </p:sp>
      <p:sp>
        <p:nvSpPr>
          <p:cNvPr id="4" name="num arabicPeriod"/>
          <p:cNvSpPr/>
          <p:nvPr/>
        </p:nvSpPr>
        <p:spPr>
          <a:xfrm>
            <a:off x="6096000" y="571500"/>
            <a:ext cx="2667000" cy="1143000"/>
          </a:xfrm>
          <a:prstGeom prst="rect">
            <a:avLst/>
          </a:prstGeom>
          <a:solidFill>
            <a:srgbClr val="F2F2F2"/>
          </a:solidFill>
          <a:ln w="9525">
            <a:solidFill>
              <a:srgbClr val="A6A6A6"/>
            </a:solidFill>
          </a:ln>
        </p:spPr>
        <p:txBody>
          <a:bodyPr anchor="t"/>
          <a:lstStyle/>
          <a:p>
            <a:pPr marL="457200" indent="-457200">
              <a:buFont typeface="+mj-lt"/>
              <a:buAutoNum type="arabicPeriod"/>
            </a:pPr>
            <a:r>
              <a:rPr lang="en-US" dirty="0" sz="1400"/>
              <a:t>arabicPeriod</a:t>
            </a:r>
            <a:endParaRPr lang="en-US" dirty="0"/>
          </a:p>
          <a:p>
            <a:pPr marL="457200" indent="-457200">
              <a:buFont typeface="+mj-lt"/>
              <a:buAutoNum type="arabicPeriod"/>
            </a:pPr>
            <a:r>
              <a:rPr lang="en-US" dirty="0" sz="1400"/>
              <a:t>item</a:t>
            </a:r>
            <a:endParaRPr lang="en-US" dirty="0"/>
          </a:p>
          <a:p>
            <a:pPr marL="457200" indent="-457200">
              <a:buFont typeface="+mj-lt"/>
              <a:buAutoNum type="arabicPeriod"/>
            </a:pPr>
            <a:r>
              <a:rPr lang="en-US" dirty="0" sz="1400"/>
              <a:t>item</a:t>
            </a:r>
            <a:endParaRPr lang="en-US" dirty="0"/>
          </a:p>
        </p:txBody>
      </p:sp>
      <p:sp>
        <p:nvSpPr>
          <p:cNvPr id="5" name="num arabicParenR"/>
          <p:cNvSpPr/>
          <p:nvPr/>
        </p:nvSpPr>
        <p:spPr>
          <a:xfrm>
            <a:off x="8953500" y="571500"/>
            <a:ext cx="2667000" cy="1143000"/>
          </a:xfrm>
          <a:prstGeom prst="rect">
            <a:avLst/>
          </a:prstGeom>
          <a:solidFill>
            <a:srgbClr val="F2F2F2"/>
          </a:solidFill>
          <a:ln w="9525">
            <a:solidFill>
              <a:srgbClr val="A6A6A6"/>
            </a:solidFill>
          </a:ln>
        </p:spPr>
        <p:txBody>
          <a:bodyPr anchor="t"/>
          <a:lstStyle/>
          <a:p>
            <a:pPr marL="457200" indent="-457200">
              <a:buFont typeface="+mj-lt"/>
              <a:buAutoNum type="arabicParenR"/>
            </a:pPr>
            <a:r>
              <a:rPr lang="en-US" dirty="0" sz="1400"/>
              <a:t>arabicParenR</a:t>
            </a:r>
            <a:endParaRPr lang="en-US" dirty="0"/>
          </a:p>
          <a:p>
            <a:pPr marL="457200" indent="-457200">
              <a:buFont typeface="+mj-lt"/>
              <a:buAutoNum type="arabicParenR"/>
            </a:pPr>
            <a:r>
              <a:rPr lang="en-US" dirty="0" sz="1400"/>
              <a:t>item</a:t>
            </a:r>
            <a:endParaRPr lang="en-US" dirty="0"/>
          </a:p>
          <a:p>
            <a:pPr marL="457200" indent="-457200">
              <a:buFont typeface="+mj-lt"/>
              <a:buAutoNum type="arabicParenR"/>
            </a:pPr>
            <a:r>
              <a:rPr lang="en-US" dirty="0" sz="1400"/>
              <a:t>item</a:t>
            </a:r>
            <a:endParaRPr lang="en-US" dirty="0"/>
          </a:p>
        </p:txBody>
      </p:sp>
      <p:sp>
        <p:nvSpPr>
          <p:cNvPr id="6" name="num arabicParenBoth"/>
          <p:cNvSpPr/>
          <p:nvPr/>
        </p:nvSpPr>
        <p:spPr>
          <a:xfrm>
            <a:off x="6096000" y="1809750"/>
            <a:ext cx="2667000" cy="1143000"/>
          </a:xfrm>
          <a:prstGeom prst="rect">
            <a:avLst/>
          </a:prstGeom>
          <a:solidFill>
            <a:srgbClr val="F2F2F2"/>
          </a:solidFill>
          <a:ln w="9525">
            <a:solidFill>
              <a:srgbClr val="A6A6A6"/>
            </a:solidFill>
          </a:ln>
        </p:spPr>
        <p:txBody>
          <a:bodyPr anchor="t"/>
          <a:lstStyle/>
          <a:p>
            <a:pPr marL="457200" indent="-457200">
              <a:buFont typeface="+mj-lt"/>
              <a:buAutoNum type="arabicParenBoth"/>
            </a:pPr>
            <a:r>
              <a:rPr lang="en-US" dirty="0" sz="1400"/>
              <a:t>arabicParenBoth</a:t>
            </a:r>
            <a:endParaRPr lang="en-US" dirty="0"/>
          </a:p>
          <a:p>
            <a:pPr marL="457200" indent="-457200">
              <a:buFont typeface="+mj-lt"/>
              <a:buAutoNum type="arabicParenBoth"/>
            </a:pPr>
            <a:r>
              <a:rPr lang="en-US" dirty="0" sz="1400"/>
              <a:t>item</a:t>
            </a:r>
            <a:endParaRPr lang="en-US" dirty="0"/>
          </a:p>
          <a:p>
            <a:pPr marL="457200" indent="-457200">
              <a:buFont typeface="+mj-lt"/>
              <a:buAutoNum type="arabicParenBoth"/>
            </a:pPr>
            <a:r>
              <a:rPr lang="en-US" dirty="0" sz="1400"/>
              <a:t>item</a:t>
            </a:r>
            <a:endParaRPr lang="en-US" dirty="0"/>
          </a:p>
        </p:txBody>
      </p:sp>
      <p:sp>
        <p:nvSpPr>
          <p:cNvPr id="7" name="num romanUcPeriod"/>
          <p:cNvSpPr/>
          <p:nvPr/>
        </p:nvSpPr>
        <p:spPr>
          <a:xfrm>
            <a:off x="8953500" y="1809750"/>
            <a:ext cx="2667000" cy="1143000"/>
          </a:xfrm>
          <a:prstGeom prst="rect">
            <a:avLst/>
          </a:prstGeom>
          <a:solidFill>
            <a:srgbClr val="F2F2F2"/>
          </a:solidFill>
          <a:ln w="9525">
            <a:solidFill>
              <a:srgbClr val="A6A6A6"/>
            </a:solidFill>
          </a:ln>
        </p:spPr>
        <p:txBody>
          <a:bodyPr anchor="t"/>
          <a:lstStyle/>
          <a:p>
            <a:pPr marL="457200" indent="-457200">
              <a:buFont typeface="+mj-lt"/>
              <a:buAutoNum type="romanUcPeriod"/>
            </a:pPr>
            <a:r>
              <a:rPr lang="en-US" dirty="0" sz="1400"/>
              <a:t>romanUcPeriod</a:t>
            </a:r>
            <a:endParaRPr lang="en-US" dirty="0"/>
          </a:p>
          <a:p>
            <a:pPr marL="457200" indent="-457200">
              <a:buFont typeface="+mj-lt"/>
              <a:buAutoNum type="romanUcPeriod"/>
            </a:pPr>
            <a:r>
              <a:rPr lang="en-US" dirty="0" sz="1400"/>
              <a:t>item</a:t>
            </a:r>
            <a:endParaRPr lang="en-US" dirty="0"/>
          </a:p>
          <a:p>
            <a:pPr marL="457200" indent="-457200">
              <a:buFont typeface="+mj-lt"/>
              <a:buAutoNum type="romanUcPeriod"/>
            </a:pPr>
            <a:r>
              <a:rPr lang="en-US" dirty="0" sz="1400"/>
              <a:t>item</a:t>
            </a:r>
            <a:endParaRPr lang="en-US" dirty="0"/>
          </a:p>
        </p:txBody>
      </p:sp>
      <p:sp>
        <p:nvSpPr>
          <p:cNvPr id="8" name="num romanLcParenR"/>
          <p:cNvSpPr/>
          <p:nvPr/>
        </p:nvSpPr>
        <p:spPr>
          <a:xfrm>
            <a:off x="6096000" y="3048000"/>
            <a:ext cx="2667000" cy="1143000"/>
          </a:xfrm>
          <a:prstGeom prst="rect">
            <a:avLst/>
          </a:prstGeom>
          <a:solidFill>
            <a:srgbClr val="F2F2F2"/>
          </a:solidFill>
          <a:ln w="9525">
            <a:solidFill>
              <a:srgbClr val="A6A6A6"/>
            </a:solidFill>
          </a:ln>
        </p:spPr>
        <p:txBody>
          <a:bodyPr anchor="t"/>
          <a:lstStyle/>
          <a:p>
            <a:pPr marL="457200" indent="-457200">
              <a:buFont typeface="+mj-lt"/>
              <a:buAutoNum type="romanLcParenR"/>
            </a:pPr>
            <a:r>
              <a:rPr lang="en-US" dirty="0" sz="1400"/>
              <a:t>romanLcParenR</a:t>
            </a:r>
            <a:endParaRPr lang="en-US" dirty="0"/>
          </a:p>
          <a:p>
            <a:pPr marL="457200" indent="-457200">
              <a:buFont typeface="+mj-lt"/>
              <a:buAutoNum type="romanLcParenR"/>
            </a:pPr>
            <a:r>
              <a:rPr lang="en-US" dirty="0" sz="1400"/>
              <a:t>item</a:t>
            </a:r>
            <a:endParaRPr lang="en-US" dirty="0"/>
          </a:p>
          <a:p>
            <a:pPr marL="457200" indent="-457200">
              <a:buFont typeface="+mj-lt"/>
              <a:buAutoNum type="romanLcParenR"/>
            </a:pPr>
            <a:r>
              <a:rPr lang="en-US" dirty="0" sz="1400"/>
              <a:t>item</a:t>
            </a:r>
            <a:endParaRPr lang="en-US" dirty="0"/>
          </a:p>
        </p:txBody>
      </p:sp>
      <p:sp>
        <p:nvSpPr>
          <p:cNvPr id="9" name="num alphaUcPeriod"/>
          <p:cNvSpPr/>
          <p:nvPr/>
        </p:nvSpPr>
        <p:spPr>
          <a:xfrm>
            <a:off x="8953500" y="3048000"/>
            <a:ext cx="2667000" cy="1143000"/>
          </a:xfrm>
          <a:prstGeom prst="rect">
            <a:avLst/>
          </a:prstGeom>
          <a:solidFill>
            <a:srgbClr val="F2F2F2"/>
          </a:solidFill>
          <a:ln w="9525">
            <a:solidFill>
              <a:srgbClr val="A6A6A6"/>
            </a:solidFill>
          </a:ln>
        </p:spPr>
        <p:txBody>
          <a:bodyPr anchor="t"/>
          <a:lstStyle/>
          <a:p>
            <a:pPr marL="457200" indent="-457200">
              <a:buFont typeface="+mj-lt"/>
              <a:buAutoNum type="alphaUcPeriod"/>
            </a:pPr>
            <a:r>
              <a:rPr lang="en-US" dirty="0" sz="1400"/>
              <a:t>alphaUcPeriod</a:t>
            </a:r>
            <a:endParaRPr lang="en-US" dirty="0"/>
          </a:p>
          <a:p>
            <a:pPr marL="457200" indent="-457200">
              <a:buFont typeface="+mj-lt"/>
              <a:buAutoNum type="alphaUcPeriod"/>
            </a:pPr>
            <a:r>
              <a:rPr lang="en-US" dirty="0" sz="1400"/>
              <a:t>item</a:t>
            </a:r>
            <a:endParaRPr lang="en-US" dirty="0"/>
          </a:p>
          <a:p>
            <a:pPr marL="457200" indent="-457200">
              <a:buFont typeface="+mj-lt"/>
              <a:buAutoNum type="alphaUcPeriod"/>
            </a:pPr>
            <a:r>
              <a:rPr lang="en-US" dirty="0" sz="1400"/>
              <a:t>item</a:t>
            </a:r>
            <a:endParaRPr lang="en-US" dirty="0"/>
          </a:p>
        </p:txBody>
      </p:sp>
      <p:sp>
        <p:nvSpPr>
          <p:cNvPr id="10" name="num alphaLcParenBoth"/>
          <p:cNvSpPr/>
          <p:nvPr/>
        </p:nvSpPr>
        <p:spPr>
          <a:xfrm>
            <a:off x="6096000" y="4286250"/>
            <a:ext cx="2667000" cy="1143000"/>
          </a:xfrm>
          <a:prstGeom prst="rect">
            <a:avLst/>
          </a:prstGeom>
          <a:solidFill>
            <a:srgbClr val="F2F2F2"/>
          </a:solidFill>
          <a:ln w="9525">
            <a:solidFill>
              <a:srgbClr val="A6A6A6"/>
            </a:solidFill>
          </a:ln>
        </p:spPr>
        <p:txBody>
          <a:bodyPr anchor="t"/>
          <a:lstStyle/>
          <a:p>
            <a:pPr marL="457200" indent="-457200">
              <a:buFont typeface="+mj-lt"/>
              <a:buAutoNum type="alphaLcParenBoth"/>
            </a:pPr>
            <a:r>
              <a:rPr lang="en-US" dirty="0" sz="1400"/>
              <a:t>alphaLcParenBoth</a:t>
            </a:r>
            <a:endParaRPr lang="en-US" dirty="0"/>
          </a:p>
          <a:p>
            <a:pPr marL="457200" indent="-457200">
              <a:buFont typeface="+mj-lt"/>
              <a:buAutoNum type="alphaLcParenBoth"/>
            </a:pPr>
            <a:r>
              <a:rPr lang="en-US" dirty="0" sz="1400"/>
              <a:t>item</a:t>
            </a:r>
            <a:endParaRPr lang="en-US" dirty="0"/>
          </a:p>
          <a:p>
            <a:pPr marL="457200" indent="-457200">
              <a:buFont typeface="+mj-lt"/>
              <a:buAutoNum type="alphaLcParenBoth"/>
            </a:pPr>
            <a:r>
              <a:rPr lang="en-US" dirty="0" sz="1400"/>
              <a:t>item</a:t>
            </a:r>
            <a:endParaRPr lang="en-US" dirty="0"/>
          </a:p>
        </p:txBody>
      </p:sp>
      <p:sp>
        <p:nvSpPr>
          <p:cNvPr id="11" name="num circleNumDbPlain"/>
          <p:cNvSpPr/>
          <p:nvPr/>
        </p:nvSpPr>
        <p:spPr>
          <a:xfrm>
            <a:off x="8953500" y="4286250"/>
            <a:ext cx="2667000" cy="1143000"/>
          </a:xfrm>
          <a:prstGeom prst="rect">
            <a:avLst/>
          </a:prstGeom>
          <a:solidFill>
            <a:srgbClr val="F2F2F2"/>
          </a:solidFill>
          <a:ln w="9525">
            <a:solidFill>
              <a:srgbClr val="A6A6A6"/>
            </a:solidFill>
          </a:ln>
        </p:spPr>
        <p:txBody>
          <a:bodyPr anchor="t"/>
          <a:lstStyle/>
          <a:p>
            <a:pPr marL="457200" indent="-457200">
              <a:buFont typeface="+mj-lt"/>
              <a:buAutoNum type="circleNumDbPlain"/>
            </a:pPr>
            <a:r>
              <a:rPr lang="en-US" dirty="0" sz="1400"/>
              <a:t>circleNumDbPlain</a:t>
            </a:r>
            <a:endParaRPr lang="en-US" dirty="0"/>
          </a:p>
          <a:p>
            <a:pPr marL="457200" indent="-457200">
              <a:buFont typeface="+mj-lt"/>
              <a:buAutoNum type="circleNumDbPlain"/>
            </a:pPr>
            <a:r>
              <a:rPr lang="en-US" dirty="0" sz="1400"/>
              <a:t>item</a:t>
            </a:r>
            <a:endParaRPr lang="en-US" dirty="0"/>
          </a:p>
          <a:p>
            <a:pPr marL="457200" indent="-457200">
              <a:buFont typeface="+mj-lt"/>
              <a:buAutoNum type="circleNumDbPlain"/>
            </a:pPr>
            <a:r>
              <a:rPr lang="en-US" dirty="0" sz="1400"/>
              <a:t>item</a:t>
            </a:r>
            <a:endParaRPr lang="en-US" dirty="0"/>
          </a:p>
        </p:txBody>
      </p:sp>
      <p:sp>
        <p:nvSpPr>
          <p:cNvPr id="12" name="num arabicPlain"/>
          <p:cNvSpPr/>
          <p:nvPr/>
        </p:nvSpPr>
        <p:spPr>
          <a:xfrm>
            <a:off x="6096000" y="5524500"/>
            <a:ext cx="2667000" cy="1143000"/>
          </a:xfrm>
          <a:prstGeom prst="rect">
            <a:avLst/>
          </a:prstGeom>
          <a:solidFill>
            <a:srgbClr val="F2F2F2"/>
          </a:solidFill>
          <a:ln w="9525">
            <a:solidFill>
              <a:srgbClr val="A6A6A6"/>
            </a:solidFill>
          </a:ln>
        </p:spPr>
        <p:txBody>
          <a:bodyPr anchor="t"/>
          <a:lstStyle/>
          <a:p>
            <a:pPr marL="457200" indent="-457200">
              <a:buFont typeface="+mj-lt"/>
              <a:buAutoNum type="arabicPlain"/>
            </a:pPr>
            <a:r>
              <a:rPr lang="en-US" dirty="0" sz="1400"/>
              <a:t>arabicPlain</a:t>
            </a:r>
            <a:endParaRPr lang="en-US" dirty="0"/>
          </a:p>
          <a:p>
            <a:pPr marL="457200" indent="-457200">
              <a:buFont typeface="+mj-lt"/>
              <a:buAutoNum type="arabicPlain"/>
            </a:pPr>
            <a:r>
              <a:rPr lang="en-US" dirty="0" sz="1400"/>
              <a:t>item</a:t>
            </a:r>
            <a:endParaRPr lang="en-US" dirty="0"/>
          </a:p>
          <a:p>
            <a:pPr marL="457200" indent="-457200">
              <a:buFont typeface="+mj-lt"/>
              <a:buAutoNum type="arabicPlain"/>
            </a:pPr>
            <a:r>
              <a:rPr lang="en-US" dirty="0" sz="1400"/>
              <a:t>item</a:t>
            </a:r>
            <a:endParaRPr lang="en-US" dirty="0"/>
          </a:p>
        </p:txBody>
      </p:sp>
      <p:sp>
        <p:nvSpPr>
          <p:cNvPr id="13" name="num ea1ChsPeriod"/>
          <p:cNvSpPr/>
          <p:nvPr/>
        </p:nvSpPr>
        <p:spPr>
          <a:xfrm>
            <a:off x="8953500" y="5524500"/>
            <a:ext cx="2667000" cy="1143000"/>
          </a:xfrm>
          <a:prstGeom prst="rect">
            <a:avLst/>
          </a:prstGeom>
          <a:solidFill>
            <a:srgbClr val="F2F2F2"/>
          </a:solidFill>
          <a:ln w="9525">
            <a:solidFill>
              <a:srgbClr val="A6A6A6"/>
            </a:solidFill>
          </a:ln>
        </p:spPr>
        <p:txBody>
          <a:bodyPr anchor="t"/>
          <a:lstStyle/>
          <a:p>
            <a:pPr marL="457200" indent="-457200">
              <a:buFont typeface="+mj-lt"/>
              <a:buAutoNum type="ea1ChsPeriod"/>
            </a:pPr>
            <a:r>
              <a:rPr lang="en-US" dirty="0" sz="1400"/>
              <a:t>ea1ChsPeriod</a:t>
            </a:r>
            <a:endParaRPr lang="en-US" dirty="0"/>
          </a:p>
          <a:p>
            <a:pPr marL="457200" indent="-457200">
              <a:buFont typeface="+mj-lt"/>
              <a:buAutoNum type="ea1ChsPeriod"/>
            </a:pPr>
            <a:r>
              <a:rPr lang="en-US" dirty="0" sz="1400"/>
              <a:t>item</a:t>
            </a:r>
            <a:endParaRPr lang="en-US" dirty="0"/>
          </a:p>
          <a:p>
            <a:pPr marL="457200" indent="-457200">
              <a:buFont typeface="+mj-lt"/>
              <a:buAutoNum type="ea1ChsPeriod"/>
            </a:pPr>
            <a:r>
              <a:rPr lang="en-US" dirty="0" sz="1400"/>
              <a:t>item</a:t>
            </a:r>
            <a:endParaRPr lang="en-US" dirty="0"/>
          </a:p>
        </p:txBody>
      </p:sp>
      <p:sp>
        <p:nvSpPr>
          <p:cNvPr id="14" name="startAt"/>
          <p:cNvSpPr/>
          <p:nvPr/>
        </p:nvSpPr>
        <p:spPr>
          <a:xfrm>
            <a:off x="381000" y="4000500"/>
            <a:ext cx="5334000" cy="1143000"/>
          </a:xfrm>
          <a:prstGeom prst="rect">
            <a:avLst/>
          </a:prstGeom>
          <a:solidFill>
            <a:srgbClr val="F2F2F2"/>
          </a:solidFill>
          <a:ln w="9525">
            <a:solidFill>
              <a:srgbClr val="A6A6A6"/>
            </a:solidFill>
          </a:ln>
        </p:spPr>
        <p:txBody>
          <a:bodyPr anchor="t"/>
          <a:lstStyle/>
          <a:p>
            <a:pPr marL="457200" indent="-457200">
              <a:buFont typeface="+mj-lt"/>
              <a:buAutoNum type="arabicPeriod" startAt="5"/>
            </a:pPr>
            <a:r>
              <a:rPr lang="en-US" dirty="0" sz="1600"/>
              <a:t>starts at 5</a:t>
            </a:r>
            <a:endParaRPr lang="en-US" dirty="0"/>
          </a:p>
          <a:p>
            <a:pPr marL="457200" indent="-457200">
              <a:buFont typeface="+mj-lt"/>
              <a:buAutoNum type="arabicPeriod" startAt="5"/>
            </a:pPr>
            <a:r>
              <a:rPr lang="en-US" dirty="0" sz="1600"/>
              <a:t>starts at 5</a:t>
            </a:r>
            <a:endParaRPr lang="en-US" dirty="0"/>
          </a:p>
          <a:p>
            <a:pPr marL="457200" indent="-457200">
              <a:buFont typeface="+mj-lt"/>
              <a:buAutoNum type="arabicPeriod" startAt="5"/>
            </a:pPr>
            <a:r>
              <a:rPr lang="en-US" dirty="0" sz="1600"/>
              <a:t>starts at 5</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xmlns:p15="http://schemas.microsoft.com/office/powerpoint/2012/main" xmlns:a14="http://schemas.microsoft.com/office/drawing/2010/main" xmlns:p159="http://schemas.microsoft.com/office/powerpoint/2015/09/main">
  <p:cSld name="Spacing">
    <p:spTree>
      <p:nvGrpSpPr>
        <p:cNvPr id="1" name=""/>
        <p:cNvGrpSpPr/>
        <p:nvPr/>
      </p:nvGrpSpPr>
      <p:grpSpPr>
        <a:xfrm>
          <a:off x="0" y="0"/>
          <a:ext cx="0" cy="0"/>
          <a:chOff x="0" y="0"/>
          <a:chExt cx="0" cy="0"/>
        </a:xfrm>
      </p:grpSpPr>
      <p:sp>
        <p:nvSpPr>
          <p:cNvPr id="2" name="Label"/>
          <p:cNvSpPr txBox="1"/>
          <p:nvPr/>
        </p:nvSpPr>
        <p:spPr>
          <a:xfrm>
            <a:off x="190500" y="76200"/>
            <a:ext cx="11811000" cy="381000"/>
          </a:xfrm>
          <a:prstGeom prst="rect">
            <a:avLst/>
          </a:prstGeom>
          <a:noFill/>
        </p:spPr>
        <p:txBody>
          <a:bodyPr wrap="square" rtlCol="0">
            <a:spAutoFit/>
          </a:bodyPr>
          <a:lstStyle/>
          <a:p>
            <a:r>
              <a:rPr lang="en-US" dirty="0" sz="2000" b="1"/>
              <a:t>Line spacing (percent / points), space before / after, tabs, line breaks</a:t>
            </a:r>
            <a:endParaRPr lang="en-US" dirty="0"/>
          </a:p>
        </p:txBody>
      </p:sp>
      <p:sp>
        <p:nvSpPr>
          <p:cNvPr id="3" name="lnSpc single"/>
          <p:cNvSpPr/>
          <p:nvPr/>
        </p:nvSpPr>
        <p:spPr>
          <a:xfrm>
            <a:off x="381000" y="571500"/>
            <a:ext cx="2762250" cy="2095500"/>
          </a:xfrm>
          <a:prstGeom prst="rect">
            <a:avLst/>
          </a:prstGeom>
          <a:solidFill>
            <a:srgbClr val="F2F2F2"/>
          </a:solidFill>
          <a:ln w="9525">
            <a:solidFill>
              <a:srgbClr val="A6A6A6"/>
            </a:solidFill>
          </a:ln>
        </p:spPr>
        <p:txBody>
          <a:bodyPr anchor="t"/>
          <a:lstStyle/>
          <a:p>
            <a:pPr>
              <a:lnSpc>
                <a:spcPct val="100000"/>
              </a:lnSpc>
            </a:pPr>
            <a:r>
              <a:rPr lang="en-US" dirty="0" sz="1400"/>
              <a:t>single: Line spacing sample text that wraps onto multiple lines to show the distance between lines.</a:t>
            </a:r>
            <a:endParaRPr lang="en-US" dirty="0"/>
          </a:p>
        </p:txBody>
      </p:sp>
      <p:sp>
        <p:nvSpPr>
          <p:cNvPr id="4" name="lnSpc 1.5 lines"/>
          <p:cNvSpPr/>
          <p:nvPr/>
        </p:nvSpPr>
        <p:spPr>
          <a:xfrm>
            <a:off x="3286125" y="571500"/>
            <a:ext cx="2762250" cy="2095500"/>
          </a:xfrm>
          <a:prstGeom prst="rect">
            <a:avLst/>
          </a:prstGeom>
          <a:solidFill>
            <a:srgbClr val="F2F2F2"/>
          </a:solidFill>
          <a:ln w="9525">
            <a:solidFill>
              <a:srgbClr val="A6A6A6"/>
            </a:solidFill>
          </a:ln>
        </p:spPr>
        <p:txBody>
          <a:bodyPr anchor="t"/>
          <a:lstStyle/>
          <a:p>
            <a:pPr>
              <a:lnSpc>
                <a:spcPct val="150000"/>
              </a:lnSpc>
            </a:pPr>
            <a:r>
              <a:rPr lang="en-US" dirty="0" sz="1400"/>
              <a:t>1.5 lines: Line spacing sample text that wraps onto multiple lines to show the distance between lines.</a:t>
            </a:r>
            <a:endParaRPr lang="en-US" dirty="0"/>
          </a:p>
        </p:txBody>
      </p:sp>
      <p:sp>
        <p:nvSpPr>
          <p:cNvPr id="5" name="lnSpc double"/>
          <p:cNvSpPr/>
          <p:nvPr/>
        </p:nvSpPr>
        <p:spPr>
          <a:xfrm>
            <a:off x="6191250" y="571500"/>
            <a:ext cx="2762250" cy="2095500"/>
          </a:xfrm>
          <a:prstGeom prst="rect">
            <a:avLst/>
          </a:prstGeom>
          <a:solidFill>
            <a:srgbClr val="F2F2F2"/>
          </a:solidFill>
          <a:ln w="9525">
            <a:solidFill>
              <a:srgbClr val="A6A6A6"/>
            </a:solidFill>
          </a:ln>
        </p:spPr>
        <p:txBody>
          <a:bodyPr anchor="t"/>
          <a:lstStyle/>
          <a:p>
            <a:pPr>
              <a:lnSpc>
                <a:spcPct val="200000"/>
              </a:lnSpc>
            </a:pPr>
            <a:r>
              <a:rPr lang="en-US" dirty="0" sz="1400"/>
              <a:t>double: Line spacing sample text that wraps onto multiple lines to show the distance between lines.</a:t>
            </a:r>
            <a:endParaRPr lang="en-US" dirty="0"/>
          </a:p>
        </p:txBody>
      </p:sp>
      <p:sp>
        <p:nvSpPr>
          <p:cNvPr id="6" name="lnSpc exact 30pt"/>
          <p:cNvSpPr/>
          <p:nvPr/>
        </p:nvSpPr>
        <p:spPr>
          <a:xfrm>
            <a:off x="9096375" y="571500"/>
            <a:ext cx="2762250" cy="2095500"/>
          </a:xfrm>
          <a:prstGeom prst="rect">
            <a:avLst/>
          </a:prstGeom>
          <a:solidFill>
            <a:srgbClr val="F2F2F2"/>
          </a:solidFill>
          <a:ln w="9525">
            <a:solidFill>
              <a:srgbClr val="A6A6A6"/>
            </a:solidFill>
          </a:ln>
        </p:spPr>
        <p:txBody>
          <a:bodyPr anchor="t"/>
          <a:lstStyle/>
          <a:p>
            <a:pPr>
              <a:lnSpc>
                <a:spcPts val="3000"/>
              </a:lnSpc>
            </a:pPr>
            <a:r>
              <a:rPr lang="en-US" dirty="0" sz="1400"/>
              <a:t>exact 30pt: Line spacing sample text that wraps onto multiple lines to show the distance between lines.</a:t>
            </a:r>
            <a:endParaRPr lang="en-US" dirty="0"/>
          </a:p>
        </p:txBody>
      </p:sp>
      <p:sp>
        <p:nvSpPr>
          <p:cNvPr id="7" name="before/after"/>
          <p:cNvSpPr/>
          <p:nvPr/>
        </p:nvSpPr>
        <p:spPr>
          <a:xfrm>
            <a:off x="381000" y="2857500"/>
            <a:ext cx="5715000" cy="2476500"/>
          </a:xfrm>
          <a:prstGeom prst="rect">
            <a:avLst/>
          </a:prstGeom>
          <a:solidFill>
            <a:srgbClr val="F2F2F2"/>
          </a:solidFill>
          <a:ln w="9525">
            <a:solidFill>
              <a:srgbClr val="A6A6A6"/>
            </a:solidFill>
          </a:ln>
        </p:spPr>
        <p:txBody>
          <a:bodyPr anchor="t"/>
          <a:lstStyle/>
          <a:p>
            <a:pPr>
              <a:spcAft>
                <a:spcPts val="2400"/>
              </a:spcAft>
            </a:pPr>
            <a:r>
              <a:rPr lang="en-US" dirty="0" sz="1600"/>
              <a:t>Paragraph one</a:t>
            </a:r>
            <a:endParaRPr lang="en-US" dirty="0"/>
          </a:p>
          <a:p>
            <a:pPr>
              <a:spcBef>
                <a:spcPts val="0"/>
              </a:spcBef>
            </a:pPr>
            <a:r>
              <a:rPr lang="en-US" dirty="0" sz="1600"/>
              <a:t>Paragraph two (24pt after previous)</a:t>
            </a:r>
            <a:endParaRPr lang="en-US" dirty="0"/>
          </a:p>
          <a:p>
            <a:pPr>
              <a:spcBef>
                <a:spcPct val="200000"/>
              </a:spcBef>
            </a:pPr>
            <a:r>
              <a:rPr lang="en-US" dirty="0" sz="1600"/>
              <a:t>Paragraph three (spcBef 200%)</a:t>
            </a:r>
            <a:endParaRPr lang="en-US" dirty="0"/>
          </a:p>
          <a:p>
            <a:r>
              <a:rPr lang="en-US" dirty="0" sz="1600"/>
              <a:t>Soft</a:t>
            </a:r>
            <a:br/>
            <a:r>
              <a:rPr lang="en-US" dirty="0" sz="1600"/>
              <a:t>line break</a:t>
            </a:r>
            <a:endParaRPr lang="en-US" dirty="0"/>
          </a:p>
          <a:p>
            <a:endParaRPr lang="en-US" dirty="0"/>
          </a:p>
          <a:p>
            <a:r>
              <a:rPr lang="en-US" dirty="0" sz="1600"/>
              <a:t>After an empty paragraph</a:t>
            </a:r>
            <a:endParaRPr lang="en-US" dirty="0"/>
          </a:p>
        </p:txBody>
      </p:sp>
      <p:sp>
        <p:nvSpPr>
          <p:cNvPr id="8" name="tabs"/>
          <p:cNvSpPr/>
          <p:nvPr/>
        </p:nvSpPr>
        <p:spPr>
          <a:xfrm>
            <a:off x="6477000" y="2857500"/>
            <a:ext cx="5334000" cy="1143000"/>
          </a:xfrm>
          <a:prstGeom prst="rect">
            <a:avLst/>
          </a:prstGeom>
          <a:solidFill>
            <a:srgbClr val="F2F2F2"/>
          </a:solidFill>
          <a:ln w="9525">
            <a:solidFill>
              <a:srgbClr val="A6A6A6"/>
            </a:solidFill>
          </a:ln>
        </p:spPr>
        <p:txBody>
          <a:bodyPr anchor="t"/>
          <a:lstStyle/>
          <a:p>
            <a:pPr defTabSz="914400"/>
            <a:r>
              <a:rPr lang="en-US" dirty="0" sz="1600"/>
              <a:t>A	B	C	D</a:t>
            </a:r>
            <a:endParaRPr lang="en-US" dirty="0"/>
          </a:p>
        </p:txBody>
      </p:sp>
      <p:sp>
        <p:nvSpPr>
          <p:cNvPr id="9" name="tab stops"/>
          <p:cNvSpPr/>
          <p:nvPr/>
        </p:nvSpPr>
        <p:spPr>
          <a:xfrm>
            <a:off x="6477000" y="4191000"/>
            <a:ext cx="5334000" cy="1143000"/>
          </a:xfrm>
          <a:prstGeom prst="rect">
            <a:avLst/>
          </a:prstGeom>
          <a:solidFill>
            <a:srgbClr val="F2F2F2"/>
          </a:solidFill>
          <a:ln w="9525">
            <a:solidFill>
              <a:srgbClr val="A6A6A6"/>
            </a:solidFill>
          </a:ln>
        </p:spPr>
        <p:txBody>
          <a:bodyPr anchor="t"/>
          <a:lstStyle/>
          <a:p>
            <a:pPr>
              <a:tabLst>
                <a:tab pos="1371600" algn="l"/>
                <a:tab pos="2743200" algn="ctr"/>
                <a:tab pos="4572000" algn="r"/>
              </a:tabLst>
            </a:pPr>
            <a:r>
              <a:rPr lang="en-US" dirty="0" sz="1600"/>
              <a:t>Left	Stop	Centre	Right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xmlns:p15="http://schemas.microsoft.com/office/powerpoint/2012/main" xmlns:a14="http://schemas.microsoft.com/office/drawing/2010/main" xmlns:p159="http://schemas.microsoft.com/office/powerpoint/2015/09/main">
  <p:cSld name="Vertical text">
    <p:spTree>
      <p:nvGrpSpPr>
        <p:cNvPr id="1" name=""/>
        <p:cNvGrpSpPr/>
        <p:nvPr/>
      </p:nvGrpSpPr>
      <p:grpSpPr>
        <a:xfrm>
          <a:off x="0" y="0"/>
          <a:ext cx="0" cy="0"/>
          <a:chOff x="0" y="0"/>
          <a:chExt cx="0" cy="0"/>
        </a:xfrm>
      </p:grpSpPr>
      <p:sp>
        <p:nvSpPr>
          <p:cNvPr id="2" name="Label"/>
          <p:cNvSpPr txBox="1"/>
          <p:nvPr/>
        </p:nvSpPr>
        <p:spPr>
          <a:xfrm>
            <a:off x="190500" y="76200"/>
            <a:ext cx="11811000" cy="381000"/>
          </a:xfrm>
          <a:prstGeom prst="rect">
            <a:avLst/>
          </a:prstGeom>
          <a:noFill/>
        </p:spPr>
        <p:txBody>
          <a:bodyPr wrap="square" rtlCol="0">
            <a:spAutoFit/>
          </a:bodyPr>
          <a:lstStyle/>
          <a:p>
            <a:r>
              <a:rPr lang="en-US" dirty="0" sz="2000" b="1"/>
              <a:t>Vertical text (vert, vert270, eaVert, wordArtVert), rotated text, flipped shapes</a:t>
            </a:r>
            <a:endParaRPr lang="en-US" dirty="0"/>
          </a:p>
        </p:txBody>
      </p:sp>
      <p:sp>
        <p:nvSpPr>
          <p:cNvPr id="3" name="vert"/>
          <p:cNvSpPr/>
          <p:nvPr/>
        </p:nvSpPr>
        <p:spPr>
          <a:xfrm>
            <a:off x="381000" y="571500"/>
            <a:ext cx="1143000" cy="2857500"/>
          </a:xfrm>
          <a:prstGeom prst="rect">
            <a:avLst/>
          </a:prstGeom>
          <a:solidFill>
            <a:srgbClr val="F2F2F2"/>
          </a:solidFill>
          <a:ln w="9525">
            <a:solidFill>
              <a:srgbClr val="A6A6A6"/>
            </a:solidFill>
          </a:ln>
        </p:spPr>
        <p:txBody>
          <a:bodyPr vert="vert" anchor="ctr"/>
          <a:lstStyle/>
          <a:p>
            <a:r>
              <a:rPr lang="en-US" dirty="0" sz="1800"/>
              <a:t>vert 直書き</a:t>
            </a:r>
            <a:endParaRPr lang="en-US" dirty="0"/>
          </a:p>
        </p:txBody>
      </p:sp>
      <p:sp>
        <p:nvSpPr>
          <p:cNvPr id="4" name="vert270"/>
          <p:cNvSpPr/>
          <p:nvPr/>
        </p:nvSpPr>
        <p:spPr>
          <a:xfrm>
            <a:off x="1809750" y="571500"/>
            <a:ext cx="1143000" cy="2857500"/>
          </a:xfrm>
          <a:prstGeom prst="rect">
            <a:avLst/>
          </a:prstGeom>
          <a:solidFill>
            <a:srgbClr val="F2F2F2"/>
          </a:solidFill>
          <a:ln w="9525">
            <a:solidFill>
              <a:srgbClr val="A6A6A6"/>
            </a:solidFill>
          </a:ln>
        </p:spPr>
        <p:txBody>
          <a:bodyPr vert="vert270" anchor="ctr"/>
          <a:lstStyle/>
          <a:p>
            <a:r>
              <a:rPr lang="en-US" dirty="0" sz="1800"/>
              <a:t>vert270 直書き</a:t>
            </a:r>
            <a:endParaRPr lang="en-US" dirty="0"/>
          </a:p>
        </p:txBody>
      </p:sp>
      <p:sp>
        <p:nvSpPr>
          <p:cNvPr id="5" name="eaVert"/>
          <p:cNvSpPr/>
          <p:nvPr/>
        </p:nvSpPr>
        <p:spPr>
          <a:xfrm>
            <a:off x="3238500" y="571500"/>
            <a:ext cx="1143000" cy="2857500"/>
          </a:xfrm>
          <a:prstGeom prst="rect">
            <a:avLst/>
          </a:prstGeom>
          <a:solidFill>
            <a:srgbClr val="F2F2F2"/>
          </a:solidFill>
          <a:ln w="9525">
            <a:solidFill>
              <a:srgbClr val="A6A6A6"/>
            </a:solidFill>
          </a:ln>
        </p:spPr>
        <p:txBody>
          <a:bodyPr vert="eaVert" anchor="ctr"/>
          <a:lstStyle/>
          <a:p>
            <a:r>
              <a:rPr lang="en-US" dirty="0" sz="1800"/>
              <a:t>eaVert 直書き</a:t>
            </a:r>
            <a:endParaRPr lang="en-US" dirty="0"/>
          </a:p>
        </p:txBody>
      </p:sp>
      <p:sp>
        <p:nvSpPr>
          <p:cNvPr id="6" name="wordArtVert"/>
          <p:cNvSpPr/>
          <p:nvPr/>
        </p:nvSpPr>
        <p:spPr>
          <a:xfrm>
            <a:off x="4667250" y="571500"/>
            <a:ext cx="1143000" cy="2857500"/>
          </a:xfrm>
          <a:prstGeom prst="rect">
            <a:avLst/>
          </a:prstGeom>
          <a:solidFill>
            <a:srgbClr val="F2F2F2"/>
          </a:solidFill>
          <a:ln w="9525">
            <a:solidFill>
              <a:srgbClr val="A6A6A6"/>
            </a:solidFill>
          </a:ln>
        </p:spPr>
        <p:txBody>
          <a:bodyPr vert="wordArtVert" anchor="ctr"/>
          <a:lstStyle/>
          <a:p>
            <a:r>
              <a:rPr lang="en-US" dirty="0" sz="1800"/>
              <a:t>wordArtVert 直書き</a:t>
            </a:r>
            <a:endParaRPr lang="en-US" dirty="0"/>
          </a:p>
        </p:txBody>
      </p:sp>
      <p:sp>
        <p:nvSpPr>
          <p:cNvPr id="7" name="mongolianVert"/>
          <p:cNvSpPr/>
          <p:nvPr/>
        </p:nvSpPr>
        <p:spPr>
          <a:xfrm>
            <a:off x="6096000" y="571500"/>
            <a:ext cx="1143000" cy="2857500"/>
          </a:xfrm>
          <a:prstGeom prst="rect">
            <a:avLst/>
          </a:prstGeom>
          <a:solidFill>
            <a:srgbClr val="F2F2F2"/>
          </a:solidFill>
          <a:ln w="9525">
            <a:solidFill>
              <a:srgbClr val="A6A6A6"/>
            </a:solidFill>
          </a:ln>
        </p:spPr>
        <p:txBody>
          <a:bodyPr vert="mongolianVert" anchor="ctr"/>
          <a:lstStyle/>
          <a:p>
            <a:r>
              <a:rPr lang="en-US" dirty="0" sz="1800"/>
              <a:t>mongolianVert 直書き</a:t>
            </a:r>
            <a:endParaRPr lang="en-US" dirty="0"/>
          </a:p>
        </p:txBody>
      </p:sp>
      <p:sp>
        <p:nvSpPr>
          <p:cNvPr id="8" name="rot45"/>
          <p:cNvSpPr/>
          <p:nvPr/>
        </p:nvSpPr>
        <p:spPr>
          <a:xfrm rot="2700000">
            <a:off x="7810500" y="1143000"/>
            <a:ext cx="2857500" cy="952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lang="en-US" dirty="0" sz="2000"/>
              <a:t>Rotated 45°</a:t>
            </a:r>
            <a:endParaRPr lang="en-US" dirty="0"/>
          </a:p>
        </p:txBody>
      </p:sp>
      <p:sp>
        <p:nvSpPr>
          <p:cNvPr id="9" name="flipH"/>
          <p:cNvSpPr/>
          <p:nvPr/>
        </p:nvSpPr>
        <p:spPr>
          <a:xfrm flipH="1">
            <a:off x="7810500" y="3810000"/>
            <a:ext cx="1524000" cy="9525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lang="en-US" dirty="0" sz="1600"/>
              <a:t>flipH</a:t>
            </a:r>
            <a:endParaRPr lang="en-US" dirty="0"/>
          </a:p>
        </p:txBody>
      </p:sp>
      <p:sp>
        <p:nvSpPr>
          <p:cNvPr id="10" name="flipV"/>
          <p:cNvSpPr/>
          <p:nvPr/>
        </p:nvSpPr>
        <p:spPr>
          <a:xfrm flipV="1">
            <a:off x="9715500" y="3810000"/>
            <a:ext cx="1524000" cy="9525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lang="en-US" dirty="0" sz="1600"/>
              <a:t>flipV</a:t>
            </a:r>
            <a:endParaRPr lang="en-US" dirty="0"/>
          </a:p>
        </p:txBody>
      </p:sp>
      <p:sp>
        <p:nvSpPr>
          <p:cNvPr id="11" name="bodyRot"/>
          <p:cNvSpPr/>
          <p:nvPr/>
        </p:nvSpPr>
        <p:spPr>
          <a:xfrm>
            <a:off x="7810500" y="5334000"/>
            <a:ext cx="2857500" cy="952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5400000" anchor="ctr"/>
          <a:lstStyle/>
          <a:p>
            <a:pPr algn="ctr"/>
            <a:r>
              <a:rPr lang="en-US" dirty="0" sz="1600"/>
              <a:t>bodyPr rot=90</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xmlns:p15="http://schemas.microsoft.com/office/powerpoint/2012/main" xmlns:a14="http://schemas.microsoft.com/office/drawing/2010/main" xmlns:p159="http://schemas.microsoft.com/office/powerpoint/2015/09/main">
  <p:cSld name="Links">
    <p:spTree>
      <p:nvGrpSpPr>
        <p:cNvPr id="1" name=""/>
        <p:cNvGrpSpPr/>
        <p:nvPr/>
      </p:nvGrpSpPr>
      <p:grpSpPr>
        <a:xfrm>
          <a:off x="0" y="0"/>
          <a:ext cx="0" cy="0"/>
          <a:chOff x="0" y="0"/>
          <a:chExt cx="0" cy="0"/>
        </a:xfrm>
      </p:grpSpPr>
      <p:sp>
        <p:nvSpPr>
          <p:cNvPr id="2" name="Label"/>
          <p:cNvSpPr txBox="1"/>
          <p:nvPr/>
        </p:nvSpPr>
        <p:spPr>
          <a:xfrm>
            <a:off x="190500" y="76200"/>
            <a:ext cx="11811000" cy="381000"/>
          </a:xfrm>
          <a:prstGeom prst="rect">
            <a:avLst/>
          </a:prstGeom>
          <a:noFill/>
        </p:spPr>
        <p:txBody>
          <a:bodyPr wrap="square" rtlCol="0">
            <a:spAutoFit/>
          </a:bodyPr>
          <a:lstStyle/>
          <a:p>
            <a:r>
              <a:rPr lang="en-US" dirty="0" sz="2000" b="1"/>
              <a:t>Hyperlinks: URL, slide jump, next/previous/first/last, shape click</a:t>
            </a:r>
            <a:endParaRPr lang="en-US" dirty="0"/>
          </a:p>
        </p:txBody>
      </p:sp>
      <p:sp>
        <p:nvSpPr>
          <p:cNvPr id="3" name="links"/>
          <p:cNvSpPr/>
          <p:nvPr/>
        </p:nvSpPr>
        <p:spPr>
          <a:xfrm>
            <a:off x="381000" y="762000"/>
            <a:ext cx="6667500" cy="2857500"/>
          </a:xfrm>
          <a:prstGeom prst="rect">
            <a:avLst/>
          </a:prstGeom>
          <a:solidFill>
            <a:srgbClr val="F2F2F2"/>
          </a:solidFill>
          <a:ln w="9525">
            <a:solidFill>
              <a:srgbClr val="A6A6A6"/>
            </a:solidFill>
          </a:ln>
        </p:spPr>
        <p:txBody>
          <a:bodyPr anchor="t"/>
          <a:lstStyle/>
          <a:p>
            <a:r>
              <a:rPr lang="en-US" dirty="0" sz="2400">
                <a:hlinkClick r:id="rId2" tooltip="Project page"/>
              </a:rPr>
              <a:t>External link</a:t>
            </a:r>
            <a:endParaRPr lang="en-US" dirty="0"/>
          </a:p>
          <a:p>
            <a:r>
              <a:rPr lang="en-US" dirty="0" sz="2400">
                <a:hlinkClick r:id="rId3" action="ppaction://hlinksldjump"/>
              </a:rPr>
              <a:t>Jump to slide 1</a:t>
            </a:r>
            <a:endParaRPr lang="en-US" dirty="0"/>
          </a:p>
          <a:p>
            <a:r>
              <a:rPr lang="en-US" dirty="0" sz="2400">
                <a:hlinkClick r:id="" action="ppaction://hlinkshowjump?jump=nextslide"/>
              </a:rPr>
              <a:t>Next slide</a:t>
            </a:r>
            <a:endParaRPr lang="en-US" dirty="0"/>
          </a:p>
          <a:p>
            <a:r>
              <a:rPr lang="en-US" dirty="0" sz="2400">
                <a:hlinkClick r:id="" action="ppaction://hlinkshowjump?jump=lastslide"/>
              </a:rPr>
              <a:t>Last slide</a:t>
            </a:r>
            <a:endParaRPr lang="en-US" dirty="0"/>
          </a:p>
        </p:txBody>
      </p:sp>
      <p:sp>
        <p:nvSpPr>
          <p:cNvPr id="4" name="button">
            <a:hlinkClick r:id="" action="ppaction://hlinkshowjump?jump=nextslide" highlightClick="1"/>
          </p:cNvPr>
          <p:cNvSpPr/>
          <p:nvPr/>
        </p:nvSpPr>
        <p:spPr>
          <a:xfrm>
            <a:off x="7620000" y="1143000"/>
            <a:ext cx="2857500" cy="952500"/>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c="http://schemas.openxmlformats.org/markup-compatibility/2006" xmlns:p14="http://schemas.microsoft.com/office/powerpoint/2010/main" xmlns:p15="http://schemas.microsoft.com/office/powerpoint/2012/main" xmlns:a14="http://schemas.microsoft.com/office/drawing/2010/main" xmlns:p159="http://schemas.microsoft.com/office/powerpoint/2015/09/main">
  <p:cSld name="WordArt">
    <p:spTree>
      <p:nvGrpSpPr>
        <p:cNvPr id="1" name=""/>
        <p:cNvGrpSpPr/>
        <p:nvPr/>
      </p:nvGrpSpPr>
      <p:grpSpPr>
        <a:xfrm>
          <a:off x="0" y="0"/>
          <a:ext cx="0" cy="0"/>
          <a:chOff x="0" y="0"/>
          <a:chExt cx="0" cy="0"/>
        </a:xfrm>
      </p:grpSpPr>
      <p:sp>
        <p:nvSpPr>
          <p:cNvPr id="2" name="Label"/>
          <p:cNvSpPr txBox="1"/>
          <p:nvPr/>
        </p:nvSpPr>
        <p:spPr>
          <a:xfrm>
            <a:off x="190500" y="76200"/>
            <a:ext cx="11811000" cy="381000"/>
          </a:xfrm>
          <a:prstGeom prst="rect">
            <a:avLst/>
          </a:prstGeom>
          <a:noFill/>
        </p:spPr>
        <p:txBody>
          <a:bodyPr wrap="square" rtlCol="0">
            <a:spAutoFit/>
          </a:bodyPr>
          <a:lstStyle/>
          <a:p>
            <a:r>
              <a:rPr lang="en-US" dirty="0" sz="2000" b="1"/>
              <a:t>WordArt styles: outline, gradient, glow, reflection, pattern text</a:t>
            </a:r>
            <a:endParaRPr lang="en-US" dirty="0"/>
          </a:p>
        </p:txBody>
      </p:sp>
      <p:sp>
        <p:nvSpPr>
          <p:cNvPr id="3" name="glow"/>
          <p:cNvSpPr txBox="1"/>
          <p:nvPr/>
        </p:nvSpPr>
        <p:spPr>
          <a:xfrm>
            <a:off x="381000" y="762000"/>
            <a:ext cx="11430000" cy="952500"/>
          </a:xfrm>
          <a:prstGeom prst="rect">
            <a:avLst/>
          </a:prstGeom>
          <a:noFill/>
        </p:spPr>
        <p:txBody>
          <a:bodyPr wrap="square" rtlCol="0">
            <a:spAutoFit/>
          </a:bodyPr>
          <a:lstStyle/>
          <a:p>
            <a:pPr algn="ctr"/>
            <a:r>
              <a:rPr lang="en-US" dirty="0" sz="6000" b="1">
                <a:solidFill>
                  <a:srgbClr val="FFFFFF"/>
                </a:solidFill>
                <a:effectLst>
                  <a:glow rad="139700">
                    <a:srgbClr val="4472C4">
                      <a:alpha val="60000"/>
                    </a:srgbClr>
                  </a:glow>
                </a:effectLst>
              </a:rPr>
              <a:t>Glowing text</a:t>
            </a:r>
            <a:endParaRPr lang="en-US" dirty="0"/>
          </a:p>
        </p:txBody>
      </p:sp>
      <p:sp>
        <p:nvSpPr>
          <p:cNvPr id="4" name="reflect"/>
          <p:cNvSpPr txBox="1"/>
          <p:nvPr/>
        </p:nvSpPr>
        <p:spPr>
          <a:xfrm>
            <a:off x="381000" y="2095500"/>
            <a:ext cx="11430000" cy="952500"/>
          </a:xfrm>
          <a:prstGeom prst="rect">
            <a:avLst/>
          </a:prstGeom>
          <a:noFill/>
        </p:spPr>
        <p:txBody>
          <a:bodyPr wrap="square" rtlCol="0">
            <a:spAutoFit/>
          </a:bodyPr>
          <a:lstStyle/>
          <a:p>
            <a:pPr algn="ctr"/>
            <a:r>
              <a:rPr lang="en-US" dirty="0" sz="5400" b="1">
                <a:solidFill>
                  <a:srgbClr val="ED7D31"/>
                </a:solidFill>
                <a:effectLst>
                  <a:reflection blurRad="6350" stA="55000" endA="300" endPos="45500" dir="5400000" sy="-100000" algn="bl" rotWithShape="0"/>
                </a:effectLst>
              </a:rPr>
              <a:t>Reflected text</a:t>
            </a:r>
            <a:endParaRPr lang="en-US" dirty="0"/>
          </a:p>
        </p:txBody>
      </p:sp>
      <p:sp>
        <p:nvSpPr>
          <p:cNvPr id="5" name="pattern"/>
          <p:cNvSpPr txBox="1"/>
          <p:nvPr/>
        </p:nvSpPr>
        <p:spPr>
          <a:xfrm>
            <a:off x="381000" y="3810000"/>
            <a:ext cx="11430000" cy="952500"/>
          </a:xfrm>
          <a:prstGeom prst="rect">
            <a:avLst/>
          </a:prstGeom>
          <a:noFill/>
        </p:spPr>
        <p:txBody>
          <a:bodyPr wrap="square" rtlCol="0">
            <a:spAutoFit/>
          </a:bodyPr>
          <a:lstStyle/>
          <a:p>
            <a:pPr algn="ctr"/>
            <a:r>
              <a:rPr lang="en-US" dirty="0" sz="6600" b="1">
                <a:pattFill prst="wdDnDiag">
                  <a:fgClr>
                    <a:srgbClr val="7030A0"/>
                  </a:fgClr>
                  <a:bgClr>
                    <a:srgbClr val="FFC000"/>
                  </a:bgClr>
                </a:pattFill>
              </a:rPr>
              <a:t>Pattern filled</a:t>
            </a:r>
            <a:endParaRPr lang="en-US" dirty="0"/>
          </a:p>
        </p:txBody>
      </p:sp>
      <p:sp>
        <p:nvSpPr>
          <p:cNvPr id="6" name="warp"/>
          <p:cNvSpPr txBox="1"/>
          <p:nvPr/>
        </p:nvSpPr>
        <p:spPr>
          <a:xfrm>
            <a:off x="381000" y="5143500"/>
            <a:ext cx="11430000" cy="1333500"/>
          </a:xfrm>
          <a:prstGeom prst="rect">
            <a:avLst/>
          </a:prstGeom>
          <a:noFill/>
        </p:spPr>
        <p:txBody>
          <a:bodyPr wrap="none">
            <a:prstTxWarp prst="textArchUp">
              <a:avLst/>
            </a:prstTxWarp>
            <a:spAutoFit/>
          </a:bodyPr>
          <a:lstStyle/>
          <a:p>
            <a:pPr algn="ctr"/>
            <a:r>
              <a:rPr lang="en-US" dirty="0" sz="4800" b="1">
                <a:solidFill>
                  <a:srgbClr val="00B050"/>
                </a:solidFill>
              </a:rPr>
              <a:t>Arch up WordArt</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t" typeface="新細明體"/>
      </a:majorFont>
      <a:minorFont>
        <a:latin typeface="Calibri"/>
        <a:ea typeface=""/>
        <a:cs typeface=""/>
        <a:font script="Jpan" typeface="游ゴシック"/>
        <a:font script="Hant" typeface="新細明體"/>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7</Slides>
</Properties>
</file>

<file path=docProps/core.xml><?xml version="1.0" encoding="utf-8"?>
<cp:coreProperties xmlns:cp="http://schemas.openxmlformats.org/package/2006/metadata/core-properties" xmlns:dc="http://purl.org/dc/elements/1.1/" xmlns:dcterms="http://purl.org/dc/terms/" xmlns:xsi="http://www.w3.org/2001/XMLSchema-instance">
  <dc:title>Text formatting and layout</dc:title>
  <dc:creator>PPTX2HTML fixtures</dc:creator>
</cp:coreProperties>
</file>