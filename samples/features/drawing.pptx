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2" sz="quarte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1B2B5-0F7B-4C38-9A3A-111111111111}" type="datetimeFigureOut">
              <a:rPr lang="en-US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3" sz="quarte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 sz="quarter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1B2B5-0F7B-4C38-9A3A-22222222222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media1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Preset shap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Preset geometries 1-40</a:t>
            </a:r>
            <a:endParaRPr lang="en-US" dirty="0"/>
          </a:p>
        </p:txBody>
      </p:sp>
      <p:sp>
        <p:nvSpPr>
          <p:cNvPr id="3" name="accentBorderCallout1"/>
          <p:cNvSpPr/>
          <p:nvPr/>
        </p:nvSpPr>
        <p:spPr>
          <a:xfrm>
            <a:off x="285750" y="666750"/>
            <a:ext cx="1047750" cy="762000"/>
          </a:xfrm>
          <a:prstGeom prst="accent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ap accentBorderCallout1"/>
          <p:cNvSpPr/>
          <p:nvPr/>
        </p:nvSpPr>
        <p:spPr>
          <a:xfrm>
            <a:off x="9525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accentBorderCallout1</a:t>
            </a:r>
            <a:endParaRPr lang="en-US" dirty="0"/>
          </a:p>
        </p:txBody>
      </p:sp>
      <p:sp>
        <p:nvSpPr>
          <p:cNvPr id="5" name="accentBorderCallout2"/>
          <p:cNvSpPr/>
          <p:nvPr/>
        </p:nvSpPr>
        <p:spPr>
          <a:xfrm>
            <a:off x="1762125" y="666750"/>
            <a:ext cx="1047750" cy="762000"/>
          </a:xfrm>
          <a:prstGeom prst="accent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ap accentBorderCallout2"/>
          <p:cNvSpPr/>
          <p:nvPr/>
        </p:nvSpPr>
        <p:spPr>
          <a:xfrm>
            <a:off x="157162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accentBorderCallout2</a:t>
            </a:r>
            <a:endParaRPr lang="en-US" dirty="0"/>
          </a:p>
        </p:txBody>
      </p:sp>
      <p:sp>
        <p:nvSpPr>
          <p:cNvPr id="7" name="accentBorderCallout3"/>
          <p:cNvSpPr/>
          <p:nvPr/>
        </p:nvSpPr>
        <p:spPr>
          <a:xfrm>
            <a:off x="3238500" y="666750"/>
            <a:ext cx="1047750" cy="762000"/>
          </a:xfrm>
          <a:prstGeom prst="accentBorderCallout3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ap accentBorderCallout3"/>
          <p:cNvSpPr/>
          <p:nvPr/>
        </p:nvSpPr>
        <p:spPr>
          <a:xfrm>
            <a:off x="304800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accentBorderCallout3</a:t>
            </a:r>
            <a:endParaRPr lang="en-US" dirty="0"/>
          </a:p>
        </p:txBody>
      </p:sp>
      <p:sp>
        <p:nvSpPr>
          <p:cNvPr id="9" name="accentCallout1"/>
          <p:cNvSpPr/>
          <p:nvPr/>
        </p:nvSpPr>
        <p:spPr>
          <a:xfrm>
            <a:off x="4714875" y="666750"/>
            <a:ext cx="1047750" cy="762000"/>
          </a:xfrm>
          <a:prstGeom prst="accent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ap accentCallout1"/>
          <p:cNvSpPr/>
          <p:nvPr/>
        </p:nvSpPr>
        <p:spPr>
          <a:xfrm>
            <a:off x="452437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accentCallout1</a:t>
            </a:r>
            <a:endParaRPr lang="en-US" dirty="0"/>
          </a:p>
        </p:txBody>
      </p:sp>
      <p:sp>
        <p:nvSpPr>
          <p:cNvPr id="11" name="accentCallout2"/>
          <p:cNvSpPr/>
          <p:nvPr/>
        </p:nvSpPr>
        <p:spPr>
          <a:xfrm>
            <a:off x="6191250" y="666750"/>
            <a:ext cx="1047750" cy="762000"/>
          </a:xfrm>
          <a:prstGeom prst="accent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p accentCallout2"/>
          <p:cNvSpPr/>
          <p:nvPr/>
        </p:nvSpPr>
        <p:spPr>
          <a:xfrm>
            <a:off x="600075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accentCallout2</a:t>
            </a:r>
            <a:endParaRPr lang="en-US" dirty="0"/>
          </a:p>
        </p:txBody>
      </p:sp>
      <p:sp>
        <p:nvSpPr>
          <p:cNvPr id="13" name="accentCallout3"/>
          <p:cNvSpPr/>
          <p:nvPr/>
        </p:nvSpPr>
        <p:spPr>
          <a:xfrm>
            <a:off x="7667625" y="666750"/>
            <a:ext cx="1047750" cy="762000"/>
          </a:xfrm>
          <a:prstGeom prst="accentCallout3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ap accentCallout3"/>
          <p:cNvSpPr/>
          <p:nvPr/>
        </p:nvSpPr>
        <p:spPr>
          <a:xfrm>
            <a:off x="747712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accentCallout3</a:t>
            </a:r>
            <a:endParaRPr lang="en-US" dirty="0"/>
          </a:p>
        </p:txBody>
      </p:sp>
      <p:sp>
        <p:nvSpPr>
          <p:cNvPr id="15" name="actionButtonBackPrevious"/>
          <p:cNvSpPr/>
          <p:nvPr/>
        </p:nvSpPr>
        <p:spPr>
          <a:xfrm>
            <a:off x="9144000" y="666750"/>
            <a:ext cx="1047750" cy="7620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cap actionButtonBackPrevious"/>
          <p:cNvSpPr/>
          <p:nvPr/>
        </p:nvSpPr>
        <p:spPr>
          <a:xfrm>
            <a:off x="895350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actionButtonBackPrevious</a:t>
            </a:r>
            <a:endParaRPr lang="en-US" dirty="0"/>
          </a:p>
        </p:txBody>
      </p:sp>
      <p:sp>
        <p:nvSpPr>
          <p:cNvPr id="17" name="actionButtonBeginning"/>
          <p:cNvSpPr/>
          <p:nvPr/>
        </p:nvSpPr>
        <p:spPr>
          <a:xfrm>
            <a:off x="10620375" y="666750"/>
            <a:ext cx="1047750" cy="762000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cap actionButtonBeginning"/>
          <p:cNvSpPr/>
          <p:nvPr/>
        </p:nvSpPr>
        <p:spPr>
          <a:xfrm>
            <a:off x="1042987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actionButtonBeginning</a:t>
            </a:r>
            <a:endParaRPr lang="en-US" dirty="0"/>
          </a:p>
        </p:txBody>
      </p:sp>
      <p:sp>
        <p:nvSpPr>
          <p:cNvPr id="19" name="actionButtonBlank"/>
          <p:cNvSpPr/>
          <p:nvPr/>
        </p:nvSpPr>
        <p:spPr>
          <a:xfrm>
            <a:off x="285750" y="1885950"/>
            <a:ext cx="1047750" cy="762000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cap actionButtonBlank"/>
          <p:cNvSpPr/>
          <p:nvPr/>
        </p:nvSpPr>
        <p:spPr>
          <a:xfrm>
            <a:off x="9525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actionButtonBlank</a:t>
            </a:r>
            <a:endParaRPr lang="en-US" dirty="0"/>
          </a:p>
        </p:txBody>
      </p:sp>
      <p:sp>
        <p:nvSpPr>
          <p:cNvPr id="21" name="actionButtonDocument"/>
          <p:cNvSpPr/>
          <p:nvPr/>
        </p:nvSpPr>
        <p:spPr>
          <a:xfrm>
            <a:off x="1762125" y="1885950"/>
            <a:ext cx="1047750" cy="762000"/>
          </a:xfrm>
          <a:prstGeom prst="actionButton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cap actionButtonDocument"/>
          <p:cNvSpPr/>
          <p:nvPr/>
        </p:nvSpPr>
        <p:spPr>
          <a:xfrm>
            <a:off x="157162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actionButtonDocument</a:t>
            </a:r>
            <a:endParaRPr lang="en-US" dirty="0"/>
          </a:p>
        </p:txBody>
      </p:sp>
      <p:sp>
        <p:nvSpPr>
          <p:cNvPr id="23" name="actionButtonEnd"/>
          <p:cNvSpPr/>
          <p:nvPr/>
        </p:nvSpPr>
        <p:spPr>
          <a:xfrm>
            <a:off x="3238500" y="1885950"/>
            <a:ext cx="1047750" cy="762000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cap actionButtonEnd"/>
          <p:cNvSpPr/>
          <p:nvPr/>
        </p:nvSpPr>
        <p:spPr>
          <a:xfrm>
            <a:off x="304800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actionButtonEnd</a:t>
            </a:r>
            <a:endParaRPr lang="en-US" dirty="0"/>
          </a:p>
        </p:txBody>
      </p:sp>
      <p:sp>
        <p:nvSpPr>
          <p:cNvPr id="25" name="actionButtonForwardNext"/>
          <p:cNvSpPr/>
          <p:nvPr/>
        </p:nvSpPr>
        <p:spPr>
          <a:xfrm>
            <a:off x="4714875" y="1885950"/>
            <a:ext cx="1047750" cy="7620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cap actionButtonForwardNext"/>
          <p:cNvSpPr/>
          <p:nvPr/>
        </p:nvSpPr>
        <p:spPr>
          <a:xfrm>
            <a:off x="452437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actionButtonForwardNext</a:t>
            </a:r>
            <a:endParaRPr lang="en-US" dirty="0"/>
          </a:p>
        </p:txBody>
      </p:sp>
      <p:sp>
        <p:nvSpPr>
          <p:cNvPr id="27" name="actionButtonHelp"/>
          <p:cNvSpPr/>
          <p:nvPr/>
        </p:nvSpPr>
        <p:spPr>
          <a:xfrm>
            <a:off x="6191250" y="1885950"/>
            <a:ext cx="1047750" cy="762000"/>
          </a:xfrm>
          <a:prstGeom prst="actionButtonHel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cap actionButtonHelp"/>
          <p:cNvSpPr/>
          <p:nvPr/>
        </p:nvSpPr>
        <p:spPr>
          <a:xfrm>
            <a:off x="600075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actionButtonHelp</a:t>
            </a:r>
            <a:endParaRPr lang="en-US" dirty="0"/>
          </a:p>
        </p:txBody>
      </p:sp>
      <p:sp>
        <p:nvSpPr>
          <p:cNvPr id="29" name="actionButtonHome"/>
          <p:cNvSpPr/>
          <p:nvPr/>
        </p:nvSpPr>
        <p:spPr>
          <a:xfrm>
            <a:off x="7667625" y="1885950"/>
            <a:ext cx="1047750" cy="76200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cap actionButtonHome"/>
          <p:cNvSpPr/>
          <p:nvPr/>
        </p:nvSpPr>
        <p:spPr>
          <a:xfrm>
            <a:off x="747712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actionButtonHome</a:t>
            </a:r>
            <a:endParaRPr lang="en-US" dirty="0"/>
          </a:p>
        </p:txBody>
      </p:sp>
      <p:sp>
        <p:nvSpPr>
          <p:cNvPr id="31" name="actionButtonInformation"/>
          <p:cNvSpPr/>
          <p:nvPr/>
        </p:nvSpPr>
        <p:spPr>
          <a:xfrm>
            <a:off x="9144000" y="1885950"/>
            <a:ext cx="1047750" cy="762000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cap actionButtonInformation"/>
          <p:cNvSpPr/>
          <p:nvPr/>
        </p:nvSpPr>
        <p:spPr>
          <a:xfrm>
            <a:off x="895350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actionButtonInformation</a:t>
            </a:r>
            <a:endParaRPr lang="en-US" dirty="0"/>
          </a:p>
        </p:txBody>
      </p:sp>
      <p:sp>
        <p:nvSpPr>
          <p:cNvPr id="33" name="actionButtonMovie"/>
          <p:cNvSpPr/>
          <p:nvPr/>
        </p:nvSpPr>
        <p:spPr>
          <a:xfrm>
            <a:off x="10620375" y="1885950"/>
            <a:ext cx="1047750" cy="762000"/>
          </a:xfrm>
          <a:prstGeom prst="actionButtonMov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cap actionButtonMovie"/>
          <p:cNvSpPr/>
          <p:nvPr/>
        </p:nvSpPr>
        <p:spPr>
          <a:xfrm>
            <a:off x="1042987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actionButtonMovie</a:t>
            </a:r>
            <a:endParaRPr lang="en-US" dirty="0"/>
          </a:p>
        </p:txBody>
      </p:sp>
      <p:sp>
        <p:nvSpPr>
          <p:cNvPr id="35" name="actionButtonReturn"/>
          <p:cNvSpPr/>
          <p:nvPr/>
        </p:nvSpPr>
        <p:spPr>
          <a:xfrm>
            <a:off x="285750" y="3105150"/>
            <a:ext cx="1047750" cy="762000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cap actionButtonReturn"/>
          <p:cNvSpPr/>
          <p:nvPr/>
        </p:nvSpPr>
        <p:spPr>
          <a:xfrm>
            <a:off x="9525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actionButtonReturn</a:t>
            </a:r>
            <a:endParaRPr lang="en-US" dirty="0"/>
          </a:p>
        </p:txBody>
      </p:sp>
      <p:sp>
        <p:nvSpPr>
          <p:cNvPr id="37" name="actionButtonSound"/>
          <p:cNvSpPr/>
          <p:nvPr/>
        </p:nvSpPr>
        <p:spPr>
          <a:xfrm>
            <a:off x="1762125" y="3105150"/>
            <a:ext cx="1047750" cy="762000"/>
          </a:xfrm>
          <a:prstGeom prst="actionButtonSou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cap actionButtonSound"/>
          <p:cNvSpPr/>
          <p:nvPr/>
        </p:nvSpPr>
        <p:spPr>
          <a:xfrm>
            <a:off x="157162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actionButtonSound</a:t>
            </a:r>
            <a:endParaRPr lang="en-US" dirty="0"/>
          </a:p>
        </p:txBody>
      </p:sp>
      <p:sp>
        <p:nvSpPr>
          <p:cNvPr id="39" name="arc"/>
          <p:cNvSpPr/>
          <p:nvPr/>
        </p:nvSpPr>
        <p:spPr>
          <a:xfrm>
            <a:off x="3238500" y="3105150"/>
            <a:ext cx="1047750" cy="762000"/>
          </a:xfrm>
          <a:prstGeom prst="arc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cap arc"/>
          <p:cNvSpPr/>
          <p:nvPr/>
        </p:nvSpPr>
        <p:spPr>
          <a:xfrm>
            <a:off x="304800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arc</a:t>
            </a:r>
            <a:endParaRPr lang="en-US" dirty="0"/>
          </a:p>
        </p:txBody>
      </p:sp>
      <p:sp>
        <p:nvSpPr>
          <p:cNvPr id="41" name="bentArrow"/>
          <p:cNvSpPr/>
          <p:nvPr/>
        </p:nvSpPr>
        <p:spPr>
          <a:xfrm>
            <a:off x="4714875" y="3105150"/>
            <a:ext cx="1047750" cy="7620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" name="cap bentArrow"/>
          <p:cNvSpPr/>
          <p:nvPr/>
        </p:nvSpPr>
        <p:spPr>
          <a:xfrm>
            <a:off x="452437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bentArrow</a:t>
            </a:r>
            <a:endParaRPr lang="en-US" dirty="0"/>
          </a:p>
        </p:txBody>
      </p:sp>
      <p:sp>
        <p:nvSpPr>
          <p:cNvPr id="43" name="bentConnector2"/>
          <p:cNvSpPr/>
          <p:nvPr/>
        </p:nvSpPr>
        <p:spPr>
          <a:xfrm>
            <a:off x="6191250" y="3105150"/>
            <a:ext cx="1047750" cy="762000"/>
          </a:xfrm>
          <a:prstGeom prst="bentConnector2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" name="cap bentConnector2"/>
          <p:cNvSpPr/>
          <p:nvPr/>
        </p:nvSpPr>
        <p:spPr>
          <a:xfrm>
            <a:off x="600075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bentConnector2</a:t>
            </a:r>
            <a:endParaRPr lang="en-US" dirty="0"/>
          </a:p>
        </p:txBody>
      </p:sp>
      <p:sp>
        <p:nvSpPr>
          <p:cNvPr id="45" name="bentConnector3"/>
          <p:cNvSpPr/>
          <p:nvPr/>
        </p:nvSpPr>
        <p:spPr>
          <a:xfrm>
            <a:off x="7667625" y="3105150"/>
            <a:ext cx="1047750" cy="762000"/>
          </a:xfrm>
          <a:prstGeom prst="bentConnector3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" name="cap bentConnector3"/>
          <p:cNvSpPr/>
          <p:nvPr/>
        </p:nvSpPr>
        <p:spPr>
          <a:xfrm>
            <a:off x="747712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bentConnector3</a:t>
            </a:r>
            <a:endParaRPr lang="en-US" dirty="0"/>
          </a:p>
        </p:txBody>
      </p:sp>
      <p:sp>
        <p:nvSpPr>
          <p:cNvPr id="47" name="bentConnector4"/>
          <p:cNvSpPr/>
          <p:nvPr/>
        </p:nvSpPr>
        <p:spPr>
          <a:xfrm>
            <a:off x="9144000" y="3105150"/>
            <a:ext cx="1047750" cy="762000"/>
          </a:xfrm>
          <a:prstGeom prst="bentConnector4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cap bentConnector4"/>
          <p:cNvSpPr/>
          <p:nvPr/>
        </p:nvSpPr>
        <p:spPr>
          <a:xfrm>
            <a:off x="895350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bentConnector4</a:t>
            </a:r>
            <a:endParaRPr lang="en-US" dirty="0"/>
          </a:p>
        </p:txBody>
      </p:sp>
      <p:sp>
        <p:nvSpPr>
          <p:cNvPr id="49" name="bentConnector5"/>
          <p:cNvSpPr/>
          <p:nvPr/>
        </p:nvSpPr>
        <p:spPr>
          <a:xfrm>
            <a:off x="10620375" y="3105150"/>
            <a:ext cx="1047750" cy="762000"/>
          </a:xfrm>
          <a:prstGeom prst="bentConnector5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cap bentConnector5"/>
          <p:cNvSpPr/>
          <p:nvPr/>
        </p:nvSpPr>
        <p:spPr>
          <a:xfrm>
            <a:off x="1042987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bentConnector5</a:t>
            </a:r>
            <a:endParaRPr lang="en-US" dirty="0"/>
          </a:p>
        </p:txBody>
      </p:sp>
      <p:sp>
        <p:nvSpPr>
          <p:cNvPr id="51" name="bentUpArrow"/>
          <p:cNvSpPr/>
          <p:nvPr/>
        </p:nvSpPr>
        <p:spPr>
          <a:xfrm>
            <a:off x="285750" y="4324350"/>
            <a:ext cx="1047750" cy="7620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cap bentUpArrow"/>
          <p:cNvSpPr/>
          <p:nvPr/>
        </p:nvSpPr>
        <p:spPr>
          <a:xfrm>
            <a:off x="9525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bentUpArrow</a:t>
            </a:r>
            <a:endParaRPr lang="en-US" dirty="0"/>
          </a:p>
        </p:txBody>
      </p:sp>
      <p:sp>
        <p:nvSpPr>
          <p:cNvPr id="53" name="bevel"/>
          <p:cNvSpPr/>
          <p:nvPr/>
        </p:nvSpPr>
        <p:spPr>
          <a:xfrm>
            <a:off x="1762125" y="4324350"/>
            <a:ext cx="1047750" cy="762000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" name="cap bevel"/>
          <p:cNvSpPr/>
          <p:nvPr/>
        </p:nvSpPr>
        <p:spPr>
          <a:xfrm>
            <a:off x="157162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bevel</a:t>
            </a:r>
            <a:endParaRPr lang="en-US" dirty="0"/>
          </a:p>
        </p:txBody>
      </p:sp>
      <p:sp>
        <p:nvSpPr>
          <p:cNvPr id="55" name="blockArc"/>
          <p:cNvSpPr/>
          <p:nvPr/>
        </p:nvSpPr>
        <p:spPr>
          <a:xfrm>
            <a:off x="3238500" y="4324350"/>
            <a:ext cx="1047750" cy="762000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cap blockArc"/>
          <p:cNvSpPr/>
          <p:nvPr/>
        </p:nvSpPr>
        <p:spPr>
          <a:xfrm>
            <a:off x="304800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blockArc</a:t>
            </a:r>
            <a:endParaRPr lang="en-US" dirty="0"/>
          </a:p>
        </p:txBody>
      </p:sp>
      <p:sp>
        <p:nvSpPr>
          <p:cNvPr id="57" name="borderCallout1"/>
          <p:cNvSpPr/>
          <p:nvPr/>
        </p:nvSpPr>
        <p:spPr>
          <a:xfrm>
            <a:off x="4714875" y="4324350"/>
            <a:ext cx="1047750" cy="762000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cap borderCallout1"/>
          <p:cNvSpPr/>
          <p:nvPr/>
        </p:nvSpPr>
        <p:spPr>
          <a:xfrm>
            <a:off x="452437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borderCallout1</a:t>
            </a:r>
            <a:endParaRPr lang="en-US" dirty="0"/>
          </a:p>
        </p:txBody>
      </p:sp>
      <p:sp>
        <p:nvSpPr>
          <p:cNvPr id="59" name="borderCallout2"/>
          <p:cNvSpPr/>
          <p:nvPr/>
        </p:nvSpPr>
        <p:spPr>
          <a:xfrm>
            <a:off x="6191250" y="4324350"/>
            <a:ext cx="1047750" cy="762000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cap borderCallout2"/>
          <p:cNvSpPr/>
          <p:nvPr/>
        </p:nvSpPr>
        <p:spPr>
          <a:xfrm>
            <a:off x="600075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borderCallout2</a:t>
            </a:r>
            <a:endParaRPr lang="en-US" dirty="0"/>
          </a:p>
        </p:txBody>
      </p:sp>
      <p:sp>
        <p:nvSpPr>
          <p:cNvPr id="61" name="borderCallout3"/>
          <p:cNvSpPr/>
          <p:nvPr/>
        </p:nvSpPr>
        <p:spPr>
          <a:xfrm>
            <a:off x="7667625" y="4324350"/>
            <a:ext cx="1047750" cy="762000"/>
          </a:xfrm>
          <a:prstGeom prst="borderCallout3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cap borderCallout3"/>
          <p:cNvSpPr/>
          <p:nvPr/>
        </p:nvSpPr>
        <p:spPr>
          <a:xfrm>
            <a:off x="747712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borderCallout3</a:t>
            </a:r>
            <a:endParaRPr lang="en-US" dirty="0"/>
          </a:p>
        </p:txBody>
      </p:sp>
      <p:sp>
        <p:nvSpPr>
          <p:cNvPr id="63" name="bracePair"/>
          <p:cNvSpPr/>
          <p:nvPr/>
        </p:nvSpPr>
        <p:spPr>
          <a:xfrm>
            <a:off x="9144000" y="4324350"/>
            <a:ext cx="1047750" cy="762000"/>
          </a:xfrm>
          <a:prstGeom prst="bracePair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" name="cap bracePair"/>
          <p:cNvSpPr/>
          <p:nvPr/>
        </p:nvSpPr>
        <p:spPr>
          <a:xfrm>
            <a:off x="895350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bracePair</a:t>
            </a:r>
            <a:endParaRPr lang="en-US" dirty="0"/>
          </a:p>
        </p:txBody>
      </p:sp>
      <p:sp>
        <p:nvSpPr>
          <p:cNvPr id="65" name="bracketPair"/>
          <p:cNvSpPr/>
          <p:nvPr/>
        </p:nvSpPr>
        <p:spPr>
          <a:xfrm>
            <a:off x="10620375" y="4324350"/>
            <a:ext cx="1047750" cy="762000"/>
          </a:xfrm>
          <a:prstGeom prst="bracketPair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" name="cap bracketPair"/>
          <p:cNvSpPr/>
          <p:nvPr/>
        </p:nvSpPr>
        <p:spPr>
          <a:xfrm>
            <a:off x="1042987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bracketPair</a:t>
            </a:r>
            <a:endParaRPr lang="en-US" dirty="0"/>
          </a:p>
        </p:txBody>
      </p:sp>
      <p:sp>
        <p:nvSpPr>
          <p:cNvPr id="67" name="callout1"/>
          <p:cNvSpPr/>
          <p:nvPr/>
        </p:nvSpPr>
        <p:spPr>
          <a:xfrm>
            <a:off x="285750" y="5543550"/>
            <a:ext cx="1047750" cy="762000"/>
          </a:xfrm>
          <a:prstGeom prst="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" name="cap callout1"/>
          <p:cNvSpPr/>
          <p:nvPr/>
        </p:nvSpPr>
        <p:spPr>
          <a:xfrm>
            <a:off x="9525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callout1</a:t>
            </a:r>
            <a:endParaRPr lang="en-US" dirty="0"/>
          </a:p>
        </p:txBody>
      </p:sp>
      <p:sp>
        <p:nvSpPr>
          <p:cNvPr id="69" name="callout2"/>
          <p:cNvSpPr/>
          <p:nvPr/>
        </p:nvSpPr>
        <p:spPr>
          <a:xfrm>
            <a:off x="1762125" y="5543550"/>
            <a:ext cx="1047750" cy="762000"/>
          </a:xfrm>
          <a:prstGeom prst="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" name="cap callout2"/>
          <p:cNvSpPr/>
          <p:nvPr/>
        </p:nvSpPr>
        <p:spPr>
          <a:xfrm>
            <a:off x="157162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callout2</a:t>
            </a:r>
            <a:endParaRPr lang="en-US" dirty="0"/>
          </a:p>
        </p:txBody>
      </p:sp>
      <p:sp>
        <p:nvSpPr>
          <p:cNvPr id="71" name="callout3"/>
          <p:cNvSpPr/>
          <p:nvPr/>
        </p:nvSpPr>
        <p:spPr>
          <a:xfrm>
            <a:off x="3238500" y="5543550"/>
            <a:ext cx="1047750" cy="762000"/>
          </a:xfrm>
          <a:prstGeom prst="callout3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" name="cap callout3"/>
          <p:cNvSpPr/>
          <p:nvPr/>
        </p:nvSpPr>
        <p:spPr>
          <a:xfrm>
            <a:off x="304800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callout3</a:t>
            </a:r>
            <a:endParaRPr lang="en-US" dirty="0"/>
          </a:p>
        </p:txBody>
      </p:sp>
      <p:sp>
        <p:nvSpPr>
          <p:cNvPr id="73" name="can"/>
          <p:cNvSpPr/>
          <p:nvPr/>
        </p:nvSpPr>
        <p:spPr>
          <a:xfrm>
            <a:off x="4714875" y="5543550"/>
            <a:ext cx="1047750" cy="7620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" name="cap can"/>
          <p:cNvSpPr/>
          <p:nvPr/>
        </p:nvSpPr>
        <p:spPr>
          <a:xfrm>
            <a:off x="452437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can</a:t>
            </a:r>
            <a:endParaRPr lang="en-US" dirty="0"/>
          </a:p>
        </p:txBody>
      </p:sp>
      <p:sp>
        <p:nvSpPr>
          <p:cNvPr id="75" name="chartPlus"/>
          <p:cNvSpPr/>
          <p:nvPr/>
        </p:nvSpPr>
        <p:spPr>
          <a:xfrm>
            <a:off x="6191250" y="5543550"/>
            <a:ext cx="1047750" cy="762000"/>
          </a:xfrm>
          <a:prstGeom prst="chart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" name="cap chartPlus"/>
          <p:cNvSpPr/>
          <p:nvPr/>
        </p:nvSpPr>
        <p:spPr>
          <a:xfrm>
            <a:off x="600075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chartPlus</a:t>
            </a:r>
            <a:endParaRPr lang="en-US" dirty="0"/>
          </a:p>
        </p:txBody>
      </p:sp>
      <p:sp>
        <p:nvSpPr>
          <p:cNvPr id="77" name="chartStar"/>
          <p:cNvSpPr/>
          <p:nvPr/>
        </p:nvSpPr>
        <p:spPr>
          <a:xfrm>
            <a:off x="7667625" y="5543550"/>
            <a:ext cx="1047750" cy="762000"/>
          </a:xfrm>
          <a:prstGeom prst="chartSta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" name="cap chartStar"/>
          <p:cNvSpPr/>
          <p:nvPr/>
        </p:nvSpPr>
        <p:spPr>
          <a:xfrm>
            <a:off x="747712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chartStar</a:t>
            </a:r>
            <a:endParaRPr lang="en-US" dirty="0"/>
          </a:p>
        </p:txBody>
      </p:sp>
      <p:sp>
        <p:nvSpPr>
          <p:cNvPr id="79" name="chartX"/>
          <p:cNvSpPr/>
          <p:nvPr/>
        </p:nvSpPr>
        <p:spPr>
          <a:xfrm>
            <a:off x="9144000" y="5543550"/>
            <a:ext cx="1047750" cy="762000"/>
          </a:xfrm>
          <a:prstGeom prst="chartX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" name="cap chartX"/>
          <p:cNvSpPr/>
          <p:nvPr/>
        </p:nvSpPr>
        <p:spPr>
          <a:xfrm>
            <a:off x="895350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chartX</a:t>
            </a:r>
            <a:endParaRPr lang="en-US" dirty="0"/>
          </a:p>
        </p:txBody>
      </p:sp>
      <p:sp>
        <p:nvSpPr>
          <p:cNvPr id="81" name="chevron"/>
          <p:cNvSpPr/>
          <p:nvPr/>
        </p:nvSpPr>
        <p:spPr>
          <a:xfrm>
            <a:off x="10620375" y="5543550"/>
            <a:ext cx="1047750" cy="762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" name="cap chevron"/>
          <p:cNvSpPr/>
          <p:nvPr/>
        </p:nvSpPr>
        <p:spPr>
          <a:xfrm>
            <a:off x="1042987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chevron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Preset shap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Preset geometries 41-80</a:t>
            </a:r>
            <a:endParaRPr lang="en-US" dirty="0"/>
          </a:p>
        </p:txBody>
      </p:sp>
      <p:sp>
        <p:nvSpPr>
          <p:cNvPr id="3" name="chord"/>
          <p:cNvSpPr/>
          <p:nvPr/>
        </p:nvSpPr>
        <p:spPr>
          <a:xfrm>
            <a:off x="285750" y="666750"/>
            <a:ext cx="1047750" cy="762000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ap chord"/>
          <p:cNvSpPr/>
          <p:nvPr/>
        </p:nvSpPr>
        <p:spPr>
          <a:xfrm>
            <a:off x="9525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chord</a:t>
            </a:r>
            <a:endParaRPr lang="en-US" dirty="0"/>
          </a:p>
        </p:txBody>
      </p:sp>
      <p:sp>
        <p:nvSpPr>
          <p:cNvPr id="5" name="circularArrow"/>
          <p:cNvSpPr/>
          <p:nvPr/>
        </p:nvSpPr>
        <p:spPr>
          <a:xfrm>
            <a:off x="1762125" y="666750"/>
            <a:ext cx="1047750" cy="762000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ap circularArrow"/>
          <p:cNvSpPr/>
          <p:nvPr/>
        </p:nvSpPr>
        <p:spPr>
          <a:xfrm>
            <a:off x="157162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circularArrow</a:t>
            </a:r>
            <a:endParaRPr lang="en-US" dirty="0"/>
          </a:p>
        </p:txBody>
      </p:sp>
      <p:sp>
        <p:nvSpPr>
          <p:cNvPr id="7" name="cloud"/>
          <p:cNvSpPr/>
          <p:nvPr/>
        </p:nvSpPr>
        <p:spPr>
          <a:xfrm>
            <a:off x="3238500" y="666750"/>
            <a:ext cx="1047750" cy="762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ap cloud"/>
          <p:cNvSpPr/>
          <p:nvPr/>
        </p:nvSpPr>
        <p:spPr>
          <a:xfrm>
            <a:off x="304800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cloud</a:t>
            </a:r>
            <a:endParaRPr lang="en-US" dirty="0"/>
          </a:p>
        </p:txBody>
      </p:sp>
      <p:sp>
        <p:nvSpPr>
          <p:cNvPr id="9" name="cloudCallout"/>
          <p:cNvSpPr/>
          <p:nvPr/>
        </p:nvSpPr>
        <p:spPr>
          <a:xfrm>
            <a:off x="4714875" y="666750"/>
            <a:ext cx="1047750" cy="76200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ap cloudCallout"/>
          <p:cNvSpPr/>
          <p:nvPr/>
        </p:nvSpPr>
        <p:spPr>
          <a:xfrm>
            <a:off x="452437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cloudCallout</a:t>
            </a:r>
            <a:endParaRPr lang="en-US" dirty="0"/>
          </a:p>
        </p:txBody>
      </p:sp>
      <p:sp>
        <p:nvSpPr>
          <p:cNvPr id="11" name="corner"/>
          <p:cNvSpPr/>
          <p:nvPr/>
        </p:nvSpPr>
        <p:spPr>
          <a:xfrm>
            <a:off x="6191250" y="666750"/>
            <a:ext cx="1047750" cy="762000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p corner"/>
          <p:cNvSpPr/>
          <p:nvPr/>
        </p:nvSpPr>
        <p:spPr>
          <a:xfrm>
            <a:off x="600075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corner</a:t>
            </a:r>
            <a:endParaRPr lang="en-US" dirty="0"/>
          </a:p>
        </p:txBody>
      </p:sp>
      <p:sp>
        <p:nvSpPr>
          <p:cNvPr id="13" name="cornerTabs"/>
          <p:cNvSpPr/>
          <p:nvPr/>
        </p:nvSpPr>
        <p:spPr>
          <a:xfrm>
            <a:off x="7667625" y="666750"/>
            <a:ext cx="1047750" cy="762000"/>
          </a:xfrm>
          <a:prstGeom prst="cornerTab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ap cornerTabs"/>
          <p:cNvSpPr/>
          <p:nvPr/>
        </p:nvSpPr>
        <p:spPr>
          <a:xfrm>
            <a:off x="747712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cornerTabs</a:t>
            </a:r>
            <a:endParaRPr lang="en-US" dirty="0"/>
          </a:p>
        </p:txBody>
      </p:sp>
      <p:sp>
        <p:nvSpPr>
          <p:cNvPr id="15" name="cube"/>
          <p:cNvSpPr/>
          <p:nvPr/>
        </p:nvSpPr>
        <p:spPr>
          <a:xfrm>
            <a:off x="9144000" y="666750"/>
            <a:ext cx="1047750" cy="762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cap cube"/>
          <p:cNvSpPr/>
          <p:nvPr/>
        </p:nvSpPr>
        <p:spPr>
          <a:xfrm>
            <a:off x="895350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cube</a:t>
            </a:r>
            <a:endParaRPr lang="en-US" dirty="0"/>
          </a:p>
        </p:txBody>
      </p:sp>
      <p:sp>
        <p:nvSpPr>
          <p:cNvPr id="17" name="curvedConnector2"/>
          <p:cNvSpPr/>
          <p:nvPr/>
        </p:nvSpPr>
        <p:spPr>
          <a:xfrm>
            <a:off x="10620375" y="666750"/>
            <a:ext cx="1047750" cy="762000"/>
          </a:xfrm>
          <a:prstGeom prst="curvedConnector2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cap curvedConnector2"/>
          <p:cNvSpPr/>
          <p:nvPr/>
        </p:nvSpPr>
        <p:spPr>
          <a:xfrm>
            <a:off x="1042987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curvedConnector2</a:t>
            </a:r>
            <a:endParaRPr lang="en-US" dirty="0"/>
          </a:p>
        </p:txBody>
      </p:sp>
      <p:sp>
        <p:nvSpPr>
          <p:cNvPr id="19" name="curvedConnector3"/>
          <p:cNvSpPr/>
          <p:nvPr/>
        </p:nvSpPr>
        <p:spPr>
          <a:xfrm>
            <a:off x="285750" y="1885950"/>
            <a:ext cx="1047750" cy="762000"/>
          </a:xfrm>
          <a:prstGeom prst="curvedConnector3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cap curvedConnector3"/>
          <p:cNvSpPr/>
          <p:nvPr/>
        </p:nvSpPr>
        <p:spPr>
          <a:xfrm>
            <a:off x="9525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curvedConnector3</a:t>
            </a:r>
            <a:endParaRPr lang="en-US" dirty="0"/>
          </a:p>
        </p:txBody>
      </p:sp>
      <p:sp>
        <p:nvSpPr>
          <p:cNvPr id="21" name="curvedConnector4"/>
          <p:cNvSpPr/>
          <p:nvPr/>
        </p:nvSpPr>
        <p:spPr>
          <a:xfrm>
            <a:off x="1762125" y="1885950"/>
            <a:ext cx="1047750" cy="762000"/>
          </a:xfrm>
          <a:prstGeom prst="curvedConnector4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cap curvedConnector4"/>
          <p:cNvSpPr/>
          <p:nvPr/>
        </p:nvSpPr>
        <p:spPr>
          <a:xfrm>
            <a:off x="157162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curvedConnector4</a:t>
            </a:r>
            <a:endParaRPr lang="en-US" dirty="0"/>
          </a:p>
        </p:txBody>
      </p:sp>
      <p:sp>
        <p:nvSpPr>
          <p:cNvPr id="23" name="curvedConnector5"/>
          <p:cNvSpPr/>
          <p:nvPr/>
        </p:nvSpPr>
        <p:spPr>
          <a:xfrm>
            <a:off x="3238500" y="1885950"/>
            <a:ext cx="1047750" cy="762000"/>
          </a:xfrm>
          <a:prstGeom prst="curvedConnector5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cap curvedConnector5"/>
          <p:cNvSpPr/>
          <p:nvPr/>
        </p:nvSpPr>
        <p:spPr>
          <a:xfrm>
            <a:off x="304800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curvedConnector5</a:t>
            </a:r>
            <a:endParaRPr lang="en-US" dirty="0"/>
          </a:p>
        </p:txBody>
      </p:sp>
      <p:sp>
        <p:nvSpPr>
          <p:cNvPr id="25" name="curvedDownArrow"/>
          <p:cNvSpPr/>
          <p:nvPr/>
        </p:nvSpPr>
        <p:spPr>
          <a:xfrm>
            <a:off x="4714875" y="1885950"/>
            <a:ext cx="1047750" cy="7620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cap curvedDownArrow"/>
          <p:cNvSpPr/>
          <p:nvPr/>
        </p:nvSpPr>
        <p:spPr>
          <a:xfrm>
            <a:off x="452437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curvedDownArrow</a:t>
            </a:r>
            <a:endParaRPr lang="en-US" dirty="0"/>
          </a:p>
        </p:txBody>
      </p:sp>
      <p:sp>
        <p:nvSpPr>
          <p:cNvPr id="27" name="curvedLeftArrow"/>
          <p:cNvSpPr/>
          <p:nvPr/>
        </p:nvSpPr>
        <p:spPr>
          <a:xfrm>
            <a:off x="6191250" y="1885950"/>
            <a:ext cx="1047750" cy="7620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cap curvedLeftArrow"/>
          <p:cNvSpPr/>
          <p:nvPr/>
        </p:nvSpPr>
        <p:spPr>
          <a:xfrm>
            <a:off x="600075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curvedLeftArrow</a:t>
            </a:r>
            <a:endParaRPr lang="en-US" dirty="0"/>
          </a:p>
        </p:txBody>
      </p:sp>
      <p:sp>
        <p:nvSpPr>
          <p:cNvPr id="29" name="curvedRightArrow"/>
          <p:cNvSpPr/>
          <p:nvPr/>
        </p:nvSpPr>
        <p:spPr>
          <a:xfrm>
            <a:off x="7667625" y="1885950"/>
            <a:ext cx="1047750" cy="7620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cap curvedRightArrow"/>
          <p:cNvSpPr/>
          <p:nvPr/>
        </p:nvSpPr>
        <p:spPr>
          <a:xfrm>
            <a:off x="747712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curvedRightArrow</a:t>
            </a:r>
            <a:endParaRPr lang="en-US" dirty="0"/>
          </a:p>
        </p:txBody>
      </p:sp>
      <p:sp>
        <p:nvSpPr>
          <p:cNvPr id="31" name="curvedUpArrow"/>
          <p:cNvSpPr/>
          <p:nvPr/>
        </p:nvSpPr>
        <p:spPr>
          <a:xfrm>
            <a:off x="9144000" y="1885950"/>
            <a:ext cx="1047750" cy="7620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cap curvedUpArrow"/>
          <p:cNvSpPr/>
          <p:nvPr/>
        </p:nvSpPr>
        <p:spPr>
          <a:xfrm>
            <a:off x="895350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curvedUpArrow</a:t>
            </a:r>
            <a:endParaRPr lang="en-US" dirty="0"/>
          </a:p>
        </p:txBody>
      </p:sp>
      <p:sp>
        <p:nvSpPr>
          <p:cNvPr id="33" name="decagon"/>
          <p:cNvSpPr/>
          <p:nvPr/>
        </p:nvSpPr>
        <p:spPr>
          <a:xfrm>
            <a:off x="10620375" y="1885950"/>
            <a:ext cx="1047750" cy="762000"/>
          </a:xfrm>
          <a:prstGeom prst="dec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cap decagon"/>
          <p:cNvSpPr/>
          <p:nvPr/>
        </p:nvSpPr>
        <p:spPr>
          <a:xfrm>
            <a:off x="1042987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decagon</a:t>
            </a:r>
            <a:endParaRPr lang="en-US" dirty="0"/>
          </a:p>
        </p:txBody>
      </p:sp>
      <p:sp>
        <p:nvSpPr>
          <p:cNvPr id="35" name="diagStripe"/>
          <p:cNvSpPr/>
          <p:nvPr/>
        </p:nvSpPr>
        <p:spPr>
          <a:xfrm>
            <a:off x="285750" y="3105150"/>
            <a:ext cx="1047750" cy="762000"/>
          </a:xfrm>
          <a:prstGeom prst="diagStri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cap diagStripe"/>
          <p:cNvSpPr/>
          <p:nvPr/>
        </p:nvSpPr>
        <p:spPr>
          <a:xfrm>
            <a:off x="9525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diagStripe</a:t>
            </a:r>
            <a:endParaRPr lang="en-US" dirty="0"/>
          </a:p>
        </p:txBody>
      </p:sp>
      <p:sp>
        <p:nvSpPr>
          <p:cNvPr id="37" name="diamond"/>
          <p:cNvSpPr/>
          <p:nvPr/>
        </p:nvSpPr>
        <p:spPr>
          <a:xfrm>
            <a:off x="1762125" y="3105150"/>
            <a:ext cx="1047750" cy="7620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cap diamond"/>
          <p:cNvSpPr/>
          <p:nvPr/>
        </p:nvSpPr>
        <p:spPr>
          <a:xfrm>
            <a:off x="157162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diamond</a:t>
            </a:r>
            <a:endParaRPr lang="en-US" dirty="0"/>
          </a:p>
        </p:txBody>
      </p:sp>
      <p:sp>
        <p:nvSpPr>
          <p:cNvPr id="39" name="dodecagon"/>
          <p:cNvSpPr/>
          <p:nvPr/>
        </p:nvSpPr>
        <p:spPr>
          <a:xfrm>
            <a:off x="3238500" y="3105150"/>
            <a:ext cx="1047750" cy="762000"/>
          </a:xfrm>
          <a:prstGeom prst="dodec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cap dodecagon"/>
          <p:cNvSpPr/>
          <p:nvPr/>
        </p:nvSpPr>
        <p:spPr>
          <a:xfrm>
            <a:off x="304800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dodecagon</a:t>
            </a:r>
            <a:endParaRPr lang="en-US" dirty="0"/>
          </a:p>
        </p:txBody>
      </p:sp>
      <p:sp>
        <p:nvSpPr>
          <p:cNvPr id="41" name="donut"/>
          <p:cNvSpPr/>
          <p:nvPr/>
        </p:nvSpPr>
        <p:spPr>
          <a:xfrm>
            <a:off x="4714875" y="3105150"/>
            <a:ext cx="1047750" cy="7620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" name="cap donut"/>
          <p:cNvSpPr/>
          <p:nvPr/>
        </p:nvSpPr>
        <p:spPr>
          <a:xfrm>
            <a:off x="452437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donut</a:t>
            </a:r>
            <a:endParaRPr lang="en-US" dirty="0"/>
          </a:p>
        </p:txBody>
      </p:sp>
      <p:sp>
        <p:nvSpPr>
          <p:cNvPr id="43" name="doubleWave"/>
          <p:cNvSpPr/>
          <p:nvPr/>
        </p:nvSpPr>
        <p:spPr>
          <a:xfrm>
            <a:off x="6191250" y="3105150"/>
            <a:ext cx="1047750" cy="762000"/>
          </a:xfrm>
          <a:prstGeom prst="double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" name="cap doubleWave"/>
          <p:cNvSpPr/>
          <p:nvPr/>
        </p:nvSpPr>
        <p:spPr>
          <a:xfrm>
            <a:off x="600075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doubleWave</a:t>
            </a:r>
            <a:endParaRPr lang="en-US" dirty="0"/>
          </a:p>
        </p:txBody>
      </p:sp>
      <p:sp>
        <p:nvSpPr>
          <p:cNvPr id="45" name="downArrow"/>
          <p:cNvSpPr/>
          <p:nvPr/>
        </p:nvSpPr>
        <p:spPr>
          <a:xfrm>
            <a:off x="7667625" y="3105150"/>
            <a:ext cx="104775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" name="cap downArrow"/>
          <p:cNvSpPr/>
          <p:nvPr/>
        </p:nvSpPr>
        <p:spPr>
          <a:xfrm>
            <a:off x="747712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downArrow</a:t>
            </a:r>
            <a:endParaRPr lang="en-US" dirty="0"/>
          </a:p>
        </p:txBody>
      </p:sp>
      <p:sp>
        <p:nvSpPr>
          <p:cNvPr id="47" name="downArrowCallout"/>
          <p:cNvSpPr/>
          <p:nvPr/>
        </p:nvSpPr>
        <p:spPr>
          <a:xfrm>
            <a:off x="9144000" y="3105150"/>
            <a:ext cx="1047750" cy="762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cap downArrowCallout"/>
          <p:cNvSpPr/>
          <p:nvPr/>
        </p:nvSpPr>
        <p:spPr>
          <a:xfrm>
            <a:off x="895350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downArrowCallout</a:t>
            </a:r>
            <a:endParaRPr lang="en-US" dirty="0"/>
          </a:p>
        </p:txBody>
      </p:sp>
      <p:sp>
        <p:nvSpPr>
          <p:cNvPr id="49" name="ellipse"/>
          <p:cNvSpPr/>
          <p:nvPr/>
        </p:nvSpPr>
        <p:spPr>
          <a:xfrm>
            <a:off x="10620375" y="3105150"/>
            <a:ext cx="104775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cap ellipse"/>
          <p:cNvSpPr/>
          <p:nvPr/>
        </p:nvSpPr>
        <p:spPr>
          <a:xfrm>
            <a:off x="1042987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ellipse</a:t>
            </a:r>
            <a:endParaRPr lang="en-US" dirty="0"/>
          </a:p>
        </p:txBody>
      </p:sp>
      <p:sp>
        <p:nvSpPr>
          <p:cNvPr id="51" name="ellipseRibbon"/>
          <p:cNvSpPr/>
          <p:nvPr/>
        </p:nvSpPr>
        <p:spPr>
          <a:xfrm>
            <a:off x="285750" y="4324350"/>
            <a:ext cx="1047750" cy="762000"/>
          </a:xfrm>
          <a:prstGeom prst="ellipse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cap ellipseRibbon"/>
          <p:cNvSpPr/>
          <p:nvPr/>
        </p:nvSpPr>
        <p:spPr>
          <a:xfrm>
            <a:off x="9525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ellipseRibbon</a:t>
            </a:r>
            <a:endParaRPr lang="en-US" dirty="0"/>
          </a:p>
        </p:txBody>
      </p:sp>
      <p:sp>
        <p:nvSpPr>
          <p:cNvPr id="53" name="ellipseRibbon2"/>
          <p:cNvSpPr/>
          <p:nvPr/>
        </p:nvSpPr>
        <p:spPr>
          <a:xfrm>
            <a:off x="1762125" y="4324350"/>
            <a:ext cx="1047750" cy="762000"/>
          </a:xfrm>
          <a:prstGeom prst="ellipse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" name="cap ellipseRibbon2"/>
          <p:cNvSpPr/>
          <p:nvPr/>
        </p:nvSpPr>
        <p:spPr>
          <a:xfrm>
            <a:off x="157162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ellipseRibbon2</a:t>
            </a:r>
            <a:endParaRPr lang="en-US" dirty="0"/>
          </a:p>
        </p:txBody>
      </p:sp>
      <p:sp>
        <p:nvSpPr>
          <p:cNvPr id="55" name="flowChartAlternateProcess"/>
          <p:cNvSpPr/>
          <p:nvPr/>
        </p:nvSpPr>
        <p:spPr>
          <a:xfrm>
            <a:off x="3238500" y="4324350"/>
            <a:ext cx="1047750" cy="7620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cap flowChartAlternateProcess"/>
          <p:cNvSpPr/>
          <p:nvPr/>
        </p:nvSpPr>
        <p:spPr>
          <a:xfrm>
            <a:off x="304800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flowChartAlternateProcess</a:t>
            </a:r>
            <a:endParaRPr lang="en-US" dirty="0"/>
          </a:p>
        </p:txBody>
      </p:sp>
      <p:sp>
        <p:nvSpPr>
          <p:cNvPr id="57" name="flowChartCollate"/>
          <p:cNvSpPr/>
          <p:nvPr/>
        </p:nvSpPr>
        <p:spPr>
          <a:xfrm>
            <a:off x="4714875" y="4324350"/>
            <a:ext cx="1047750" cy="762000"/>
          </a:xfrm>
          <a:prstGeom prst="flowChartCol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cap flowChartCollate"/>
          <p:cNvSpPr/>
          <p:nvPr/>
        </p:nvSpPr>
        <p:spPr>
          <a:xfrm>
            <a:off x="452437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flowChartCollate</a:t>
            </a:r>
            <a:endParaRPr lang="en-US" dirty="0"/>
          </a:p>
        </p:txBody>
      </p:sp>
      <p:sp>
        <p:nvSpPr>
          <p:cNvPr id="59" name="flowChartConnector"/>
          <p:cNvSpPr/>
          <p:nvPr/>
        </p:nvSpPr>
        <p:spPr>
          <a:xfrm>
            <a:off x="6191250" y="4324350"/>
            <a:ext cx="1047750" cy="7620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cap flowChartConnector"/>
          <p:cNvSpPr/>
          <p:nvPr/>
        </p:nvSpPr>
        <p:spPr>
          <a:xfrm>
            <a:off x="600075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flowChartConnector</a:t>
            </a:r>
            <a:endParaRPr lang="en-US" dirty="0"/>
          </a:p>
        </p:txBody>
      </p:sp>
      <p:sp>
        <p:nvSpPr>
          <p:cNvPr id="61" name="flowChartDecision"/>
          <p:cNvSpPr/>
          <p:nvPr/>
        </p:nvSpPr>
        <p:spPr>
          <a:xfrm>
            <a:off x="7667625" y="4324350"/>
            <a:ext cx="104775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cap flowChartDecision"/>
          <p:cNvSpPr/>
          <p:nvPr/>
        </p:nvSpPr>
        <p:spPr>
          <a:xfrm>
            <a:off x="747712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flowChartDecision</a:t>
            </a:r>
            <a:endParaRPr lang="en-US" dirty="0"/>
          </a:p>
        </p:txBody>
      </p:sp>
      <p:sp>
        <p:nvSpPr>
          <p:cNvPr id="63" name="flowChartDelay"/>
          <p:cNvSpPr/>
          <p:nvPr/>
        </p:nvSpPr>
        <p:spPr>
          <a:xfrm>
            <a:off x="9144000" y="4324350"/>
            <a:ext cx="1047750" cy="762000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" name="cap flowChartDelay"/>
          <p:cNvSpPr/>
          <p:nvPr/>
        </p:nvSpPr>
        <p:spPr>
          <a:xfrm>
            <a:off x="895350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flowChartDelay</a:t>
            </a:r>
            <a:endParaRPr lang="en-US" dirty="0"/>
          </a:p>
        </p:txBody>
      </p:sp>
      <p:sp>
        <p:nvSpPr>
          <p:cNvPr id="65" name="flowChartDisplay"/>
          <p:cNvSpPr/>
          <p:nvPr/>
        </p:nvSpPr>
        <p:spPr>
          <a:xfrm>
            <a:off x="10620375" y="4324350"/>
            <a:ext cx="1047750" cy="762000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" name="cap flowChartDisplay"/>
          <p:cNvSpPr/>
          <p:nvPr/>
        </p:nvSpPr>
        <p:spPr>
          <a:xfrm>
            <a:off x="1042987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flowChartDisplay</a:t>
            </a:r>
            <a:endParaRPr lang="en-US" dirty="0"/>
          </a:p>
        </p:txBody>
      </p:sp>
      <p:sp>
        <p:nvSpPr>
          <p:cNvPr id="67" name="flowChartDocument"/>
          <p:cNvSpPr/>
          <p:nvPr/>
        </p:nvSpPr>
        <p:spPr>
          <a:xfrm>
            <a:off x="285750" y="5543550"/>
            <a:ext cx="1047750" cy="7620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" name="cap flowChartDocument"/>
          <p:cNvSpPr/>
          <p:nvPr/>
        </p:nvSpPr>
        <p:spPr>
          <a:xfrm>
            <a:off x="9525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flowChartDocument</a:t>
            </a:r>
            <a:endParaRPr lang="en-US" dirty="0"/>
          </a:p>
        </p:txBody>
      </p:sp>
      <p:sp>
        <p:nvSpPr>
          <p:cNvPr id="69" name="flowChartExtract"/>
          <p:cNvSpPr/>
          <p:nvPr/>
        </p:nvSpPr>
        <p:spPr>
          <a:xfrm>
            <a:off x="1762125" y="5543550"/>
            <a:ext cx="1047750" cy="762000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" name="cap flowChartExtract"/>
          <p:cNvSpPr/>
          <p:nvPr/>
        </p:nvSpPr>
        <p:spPr>
          <a:xfrm>
            <a:off x="157162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flowChartExtract</a:t>
            </a:r>
            <a:endParaRPr lang="en-US" dirty="0"/>
          </a:p>
        </p:txBody>
      </p:sp>
      <p:sp>
        <p:nvSpPr>
          <p:cNvPr id="71" name="flowChartInputOutput"/>
          <p:cNvSpPr/>
          <p:nvPr/>
        </p:nvSpPr>
        <p:spPr>
          <a:xfrm>
            <a:off x="3238500" y="5543550"/>
            <a:ext cx="1047750" cy="76200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" name="cap flowChartInputOutput"/>
          <p:cNvSpPr/>
          <p:nvPr/>
        </p:nvSpPr>
        <p:spPr>
          <a:xfrm>
            <a:off x="304800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flowChartInputOutput</a:t>
            </a:r>
            <a:endParaRPr lang="en-US" dirty="0"/>
          </a:p>
        </p:txBody>
      </p:sp>
      <p:sp>
        <p:nvSpPr>
          <p:cNvPr id="73" name="flowChartInternalStorage"/>
          <p:cNvSpPr/>
          <p:nvPr/>
        </p:nvSpPr>
        <p:spPr>
          <a:xfrm>
            <a:off x="4714875" y="5543550"/>
            <a:ext cx="1047750" cy="762000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" name="cap flowChartInternalStorage"/>
          <p:cNvSpPr/>
          <p:nvPr/>
        </p:nvSpPr>
        <p:spPr>
          <a:xfrm>
            <a:off x="452437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flowChartInternalStorage</a:t>
            </a:r>
            <a:endParaRPr lang="en-US" dirty="0"/>
          </a:p>
        </p:txBody>
      </p:sp>
      <p:sp>
        <p:nvSpPr>
          <p:cNvPr id="75" name="flowChartMagneticDisk"/>
          <p:cNvSpPr/>
          <p:nvPr/>
        </p:nvSpPr>
        <p:spPr>
          <a:xfrm>
            <a:off x="6191250" y="5543550"/>
            <a:ext cx="1047750" cy="7620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" name="cap flowChartMagneticDisk"/>
          <p:cNvSpPr/>
          <p:nvPr/>
        </p:nvSpPr>
        <p:spPr>
          <a:xfrm>
            <a:off x="600075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flowChartMagneticDisk</a:t>
            </a:r>
            <a:endParaRPr lang="en-US" dirty="0"/>
          </a:p>
        </p:txBody>
      </p:sp>
      <p:sp>
        <p:nvSpPr>
          <p:cNvPr id="77" name="flowChartMagneticDrum"/>
          <p:cNvSpPr/>
          <p:nvPr/>
        </p:nvSpPr>
        <p:spPr>
          <a:xfrm>
            <a:off x="7667625" y="5543550"/>
            <a:ext cx="1047750" cy="762000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" name="cap flowChartMagneticDrum"/>
          <p:cNvSpPr/>
          <p:nvPr/>
        </p:nvSpPr>
        <p:spPr>
          <a:xfrm>
            <a:off x="747712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flowChartMagneticDrum</a:t>
            </a:r>
            <a:endParaRPr lang="en-US" dirty="0"/>
          </a:p>
        </p:txBody>
      </p:sp>
      <p:sp>
        <p:nvSpPr>
          <p:cNvPr id="79" name="flowChartMagneticTape"/>
          <p:cNvSpPr/>
          <p:nvPr/>
        </p:nvSpPr>
        <p:spPr>
          <a:xfrm>
            <a:off x="9144000" y="5543550"/>
            <a:ext cx="1047750" cy="762000"/>
          </a:xfrm>
          <a:prstGeom prst="flowChartMagnetic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" name="cap flowChartMagneticTape"/>
          <p:cNvSpPr/>
          <p:nvPr/>
        </p:nvSpPr>
        <p:spPr>
          <a:xfrm>
            <a:off x="895350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flowChartMagneticTape</a:t>
            </a:r>
            <a:endParaRPr lang="en-US" dirty="0"/>
          </a:p>
        </p:txBody>
      </p:sp>
      <p:sp>
        <p:nvSpPr>
          <p:cNvPr id="81" name="flowChartManualInput"/>
          <p:cNvSpPr/>
          <p:nvPr/>
        </p:nvSpPr>
        <p:spPr>
          <a:xfrm>
            <a:off x="10620375" y="5543550"/>
            <a:ext cx="1047750" cy="762000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" name="cap flowChartManualInput"/>
          <p:cNvSpPr/>
          <p:nvPr/>
        </p:nvSpPr>
        <p:spPr>
          <a:xfrm>
            <a:off x="1042987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flowChartManualInput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Preset shap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Preset geometries 81-120</a:t>
            </a:r>
            <a:endParaRPr lang="en-US" dirty="0"/>
          </a:p>
        </p:txBody>
      </p:sp>
      <p:sp>
        <p:nvSpPr>
          <p:cNvPr id="3" name="flowChartManualOperation"/>
          <p:cNvSpPr/>
          <p:nvPr/>
        </p:nvSpPr>
        <p:spPr>
          <a:xfrm>
            <a:off x="285750" y="666750"/>
            <a:ext cx="1047750" cy="762000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ap flowChartManualOperation"/>
          <p:cNvSpPr/>
          <p:nvPr/>
        </p:nvSpPr>
        <p:spPr>
          <a:xfrm>
            <a:off x="9525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flowChartManualOperation</a:t>
            </a:r>
            <a:endParaRPr lang="en-US" dirty="0"/>
          </a:p>
        </p:txBody>
      </p:sp>
      <p:sp>
        <p:nvSpPr>
          <p:cNvPr id="5" name="flowChartMerge"/>
          <p:cNvSpPr/>
          <p:nvPr/>
        </p:nvSpPr>
        <p:spPr>
          <a:xfrm>
            <a:off x="1762125" y="666750"/>
            <a:ext cx="1047750" cy="762000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ap flowChartMerge"/>
          <p:cNvSpPr/>
          <p:nvPr/>
        </p:nvSpPr>
        <p:spPr>
          <a:xfrm>
            <a:off x="157162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flowChartMerge</a:t>
            </a:r>
            <a:endParaRPr lang="en-US" dirty="0"/>
          </a:p>
        </p:txBody>
      </p:sp>
      <p:sp>
        <p:nvSpPr>
          <p:cNvPr id="7" name="flowChartMultidocument"/>
          <p:cNvSpPr/>
          <p:nvPr/>
        </p:nvSpPr>
        <p:spPr>
          <a:xfrm>
            <a:off x="3238500" y="666750"/>
            <a:ext cx="1047750" cy="762000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ap flowChartMultidocument"/>
          <p:cNvSpPr/>
          <p:nvPr/>
        </p:nvSpPr>
        <p:spPr>
          <a:xfrm>
            <a:off x="304800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flowChartMultidocument</a:t>
            </a:r>
            <a:endParaRPr lang="en-US" dirty="0"/>
          </a:p>
        </p:txBody>
      </p:sp>
      <p:sp>
        <p:nvSpPr>
          <p:cNvPr id="9" name="flowChartOfflineStorage"/>
          <p:cNvSpPr/>
          <p:nvPr/>
        </p:nvSpPr>
        <p:spPr>
          <a:xfrm>
            <a:off x="4714875" y="666750"/>
            <a:ext cx="1047750" cy="762000"/>
          </a:xfrm>
          <a:prstGeom prst="flowChartOffline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ap flowChartOfflineStorage"/>
          <p:cNvSpPr/>
          <p:nvPr/>
        </p:nvSpPr>
        <p:spPr>
          <a:xfrm>
            <a:off x="452437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flowChartOfflineStorage</a:t>
            </a:r>
            <a:endParaRPr lang="en-US" dirty="0"/>
          </a:p>
        </p:txBody>
      </p:sp>
      <p:sp>
        <p:nvSpPr>
          <p:cNvPr id="11" name="flowChartOffpageConnector"/>
          <p:cNvSpPr/>
          <p:nvPr/>
        </p:nvSpPr>
        <p:spPr>
          <a:xfrm>
            <a:off x="6191250" y="666750"/>
            <a:ext cx="1047750" cy="762000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p flowChartOffpageConnector"/>
          <p:cNvSpPr/>
          <p:nvPr/>
        </p:nvSpPr>
        <p:spPr>
          <a:xfrm>
            <a:off x="600075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flowChartOffpageConnector</a:t>
            </a:r>
            <a:endParaRPr lang="en-US" dirty="0"/>
          </a:p>
        </p:txBody>
      </p:sp>
      <p:sp>
        <p:nvSpPr>
          <p:cNvPr id="13" name="flowChartOnlineStorage"/>
          <p:cNvSpPr/>
          <p:nvPr/>
        </p:nvSpPr>
        <p:spPr>
          <a:xfrm>
            <a:off x="7667625" y="666750"/>
            <a:ext cx="1047750" cy="762000"/>
          </a:xfrm>
          <a:prstGeom prst="flowChartOnline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ap flowChartOnlineStorage"/>
          <p:cNvSpPr/>
          <p:nvPr/>
        </p:nvSpPr>
        <p:spPr>
          <a:xfrm>
            <a:off x="747712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flowChartOnlineStorage</a:t>
            </a:r>
            <a:endParaRPr lang="en-US" dirty="0"/>
          </a:p>
        </p:txBody>
      </p:sp>
      <p:sp>
        <p:nvSpPr>
          <p:cNvPr id="15" name="flowChartOr"/>
          <p:cNvSpPr/>
          <p:nvPr/>
        </p:nvSpPr>
        <p:spPr>
          <a:xfrm>
            <a:off x="9144000" y="666750"/>
            <a:ext cx="1047750" cy="762000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cap flowChartOr"/>
          <p:cNvSpPr/>
          <p:nvPr/>
        </p:nvSpPr>
        <p:spPr>
          <a:xfrm>
            <a:off x="895350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flowChartOr</a:t>
            </a:r>
            <a:endParaRPr lang="en-US" dirty="0"/>
          </a:p>
        </p:txBody>
      </p:sp>
      <p:sp>
        <p:nvSpPr>
          <p:cNvPr id="17" name="flowChartPredefinedProcess"/>
          <p:cNvSpPr/>
          <p:nvPr/>
        </p:nvSpPr>
        <p:spPr>
          <a:xfrm>
            <a:off x="10620375" y="666750"/>
            <a:ext cx="1047750" cy="762000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cap flowChartPredefinedProcess"/>
          <p:cNvSpPr/>
          <p:nvPr/>
        </p:nvSpPr>
        <p:spPr>
          <a:xfrm>
            <a:off x="1042987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flowChartPredefinedProcess</a:t>
            </a:r>
            <a:endParaRPr lang="en-US" dirty="0"/>
          </a:p>
        </p:txBody>
      </p:sp>
      <p:sp>
        <p:nvSpPr>
          <p:cNvPr id="19" name="flowChartPreparation"/>
          <p:cNvSpPr/>
          <p:nvPr/>
        </p:nvSpPr>
        <p:spPr>
          <a:xfrm>
            <a:off x="285750" y="1885950"/>
            <a:ext cx="1047750" cy="762000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cap flowChartPreparation"/>
          <p:cNvSpPr/>
          <p:nvPr/>
        </p:nvSpPr>
        <p:spPr>
          <a:xfrm>
            <a:off x="9525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flowChartPreparation</a:t>
            </a:r>
            <a:endParaRPr lang="en-US" dirty="0"/>
          </a:p>
        </p:txBody>
      </p:sp>
      <p:sp>
        <p:nvSpPr>
          <p:cNvPr id="21" name="flowChartProcess"/>
          <p:cNvSpPr/>
          <p:nvPr/>
        </p:nvSpPr>
        <p:spPr>
          <a:xfrm>
            <a:off x="1762125" y="1885950"/>
            <a:ext cx="1047750" cy="762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cap flowChartProcess"/>
          <p:cNvSpPr/>
          <p:nvPr/>
        </p:nvSpPr>
        <p:spPr>
          <a:xfrm>
            <a:off x="157162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flowChartProcess</a:t>
            </a:r>
            <a:endParaRPr lang="en-US" dirty="0"/>
          </a:p>
        </p:txBody>
      </p:sp>
      <p:sp>
        <p:nvSpPr>
          <p:cNvPr id="23" name="flowChartPunchedCard"/>
          <p:cNvSpPr/>
          <p:nvPr/>
        </p:nvSpPr>
        <p:spPr>
          <a:xfrm>
            <a:off x="3238500" y="1885950"/>
            <a:ext cx="1047750" cy="762000"/>
          </a:xfrm>
          <a:prstGeom prst="flowChartPunchedCa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cap flowChartPunchedCard"/>
          <p:cNvSpPr/>
          <p:nvPr/>
        </p:nvSpPr>
        <p:spPr>
          <a:xfrm>
            <a:off x="304800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flowChartPunchedCard</a:t>
            </a:r>
            <a:endParaRPr lang="en-US" dirty="0"/>
          </a:p>
        </p:txBody>
      </p:sp>
      <p:sp>
        <p:nvSpPr>
          <p:cNvPr id="25" name="flowChartPunchedTape"/>
          <p:cNvSpPr/>
          <p:nvPr/>
        </p:nvSpPr>
        <p:spPr>
          <a:xfrm>
            <a:off x="4714875" y="1885950"/>
            <a:ext cx="1047750" cy="762000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cap flowChartPunchedTape"/>
          <p:cNvSpPr/>
          <p:nvPr/>
        </p:nvSpPr>
        <p:spPr>
          <a:xfrm>
            <a:off x="452437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flowChartPunchedTape</a:t>
            </a:r>
            <a:endParaRPr lang="en-US" dirty="0"/>
          </a:p>
        </p:txBody>
      </p:sp>
      <p:sp>
        <p:nvSpPr>
          <p:cNvPr id="27" name="flowChartSort"/>
          <p:cNvSpPr/>
          <p:nvPr/>
        </p:nvSpPr>
        <p:spPr>
          <a:xfrm>
            <a:off x="6191250" y="1885950"/>
            <a:ext cx="1047750" cy="762000"/>
          </a:xfrm>
          <a:prstGeom prst="flowChartSo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cap flowChartSort"/>
          <p:cNvSpPr/>
          <p:nvPr/>
        </p:nvSpPr>
        <p:spPr>
          <a:xfrm>
            <a:off x="600075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flowChartSort</a:t>
            </a:r>
            <a:endParaRPr lang="en-US" dirty="0"/>
          </a:p>
        </p:txBody>
      </p:sp>
      <p:sp>
        <p:nvSpPr>
          <p:cNvPr id="29" name="flowChartSummingJunction"/>
          <p:cNvSpPr/>
          <p:nvPr/>
        </p:nvSpPr>
        <p:spPr>
          <a:xfrm>
            <a:off x="7667625" y="1885950"/>
            <a:ext cx="1047750" cy="762000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cap flowChartSummingJunction"/>
          <p:cNvSpPr/>
          <p:nvPr/>
        </p:nvSpPr>
        <p:spPr>
          <a:xfrm>
            <a:off x="747712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flowChartSummingJunction</a:t>
            </a:r>
            <a:endParaRPr lang="en-US" dirty="0"/>
          </a:p>
        </p:txBody>
      </p:sp>
      <p:sp>
        <p:nvSpPr>
          <p:cNvPr id="31" name="flowChartTerminator"/>
          <p:cNvSpPr/>
          <p:nvPr/>
        </p:nvSpPr>
        <p:spPr>
          <a:xfrm>
            <a:off x="9144000" y="1885950"/>
            <a:ext cx="1047750" cy="76200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cap flowChartTerminator"/>
          <p:cNvSpPr/>
          <p:nvPr/>
        </p:nvSpPr>
        <p:spPr>
          <a:xfrm>
            <a:off x="895350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flowChartTerminator</a:t>
            </a:r>
            <a:endParaRPr lang="en-US" dirty="0"/>
          </a:p>
        </p:txBody>
      </p:sp>
      <p:sp>
        <p:nvSpPr>
          <p:cNvPr id="33" name="foldedCorner"/>
          <p:cNvSpPr/>
          <p:nvPr/>
        </p:nvSpPr>
        <p:spPr>
          <a:xfrm>
            <a:off x="10620375" y="1885950"/>
            <a:ext cx="1047750" cy="7620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cap foldedCorner"/>
          <p:cNvSpPr/>
          <p:nvPr/>
        </p:nvSpPr>
        <p:spPr>
          <a:xfrm>
            <a:off x="1042987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foldedCorner</a:t>
            </a:r>
            <a:endParaRPr lang="en-US" dirty="0"/>
          </a:p>
        </p:txBody>
      </p:sp>
      <p:sp>
        <p:nvSpPr>
          <p:cNvPr id="35" name="frame"/>
          <p:cNvSpPr/>
          <p:nvPr/>
        </p:nvSpPr>
        <p:spPr>
          <a:xfrm>
            <a:off x="285750" y="3105150"/>
            <a:ext cx="1047750" cy="7620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cap frame"/>
          <p:cNvSpPr/>
          <p:nvPr/>
        </p:nvSpPr>
        <p:spPr>
          <a:xfrm>
            <a:off x="9525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frame</a:t>
            </a:r>
            <a:endParaRPr lang="en-US" dirty="0"/>
          </a:p>
        </p:txBody>
      </p:sp>
      <p:sp>
        <p:nvSpPr>
          <p:cNvPr id="37" name="funnel"/>
          <p:cNvSpPr/>
          <p:nvPr/>
        </p:nvSpPr>
        <p:spPr>
          <a:xfrm>
            <a:off x="1762125" y="3105150"/>
            <a:ext cx="1047750" cy="762000"/>
          </a:xfrm>
          <a:prstGeom prst="funn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cap funnel"/>
          <p:cNvSpPr/>
          <p:nvPr/>
        </p:nvSpPr>
        <p:spPr>
          <a:xfrm>
            <a:off x="157162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funnel</a:t>
            </a:r>
            <a:endParaRPr lang="en-US" dirty="0"/>
          </a:p>
        </p:txBody>
      </p:sp>
      <p:sp>
        <p:nvSpPr>
          <p:cNvPr id="39" name="gear6"/>
          <p:cNvSpPr/>
          <p:nvPr/>
        </p:nvSpPr>
        <p:spPr>
          <a:xfrm>
            <a:off x="3238500" y="3105150"/>
            <a:ext cx="1047750" cy="762000"/>
          </a:xfrm>
          <a:prstGeom prst="ge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cap gear6"/>
          <p:cNvSpPr/>
          <p:nvPr/>
        </p:nvSpPr>
        <p:spPr>
          <a:xfrm>
            <a:off x="304800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gear6</a:t>
            </a:r>
            <a:endParaRPr lang="en-US" dirty="0"/>
          </a:p>
        </p:txBody>
      </p:sp>
      <p:sp>
        <p:nvSpPr>
          <p:cNvPr id="41" name="gear9"/>
          <p:cNvSpPr/>
          <p:nvPr/>
        </p:nvSpPr>
        <p:spPr>
          <a:xfrm>
            <a:off x="4714875" y="3105150"/>
            <a:ext cx="1047750" cy="762000"/>
          </a:xfrm>
          <a:prstGeom prst="gear9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" name="cap gear9"/>
          <p:cNvSpPr/>
          <p:nvPr/>
        </p:nvSpPr>
        <p:spPr>
          <a:xfrm>
            <a:off x="452437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gear9</a:t>
            </a:r>
            <a:endParaRPr lang="en-US" dirty="0"/>
          </a:p>
        </p:txBody>
      </p:sp>
      <p:sp>
        <p:nvSpPr>
          <p:cNvPr id="43" name="halfFrame"/>
          <p:cNvSpPr/>
          <p:nvPr/>
        </p:nvSpPr>
        <p:spPr>
          <a:xfrm>
            <a:off x="6191250" y="3105150"/>
            <a:ext cx="1047750" cy="762000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" name="cap halfFrame"/>
          <p:cNvSpPr/>
          <p:nvPr/>
        </p:nvSpPr>
        <p:spPr>
          <a:xfrm>
            <a:off x="600075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halfFrame</a:t>
            </a:r>
            <a:endParaRPr lang="en-US" dirty="0"/>
          </a:p>
        </p:txBody>
      </p:sp>
      <p:sp>
        <p:nvSpPr>
          <p:cNvPr id="45" name="heart"/>
          <p:cNvSpPr/>
          <p:nvPr/>
        </p:nvSpPr>
        <p:spPr>
          <a:xfrm>
            <a:off x="7667625" y="3105150"/>
            <a:ext cx="1047750" cy="7620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" name="cap heart"/>
          <p:cNvSpPr/>
          <p:nvPr/>
        </p:nvSpPr>
        <p:spPr>
          <a:xfrm>
            <a:off x="747712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heart</a:t>
            </a:r>
            <a:endParaRPr lang="en-US" dirty="0"/>
          </a:p>
        </p:txBody>
      </p:sp>
      <p:sp>
        <p:nvSpPr>
          <p:cNvPr id="47" name="heptagon"/>
          <p:cNvSpPr/>
          <p:nvPr/>
        </p:nvSpPr>
        <p:spPr>
          <a:xfrm>
            <a:off x="9144000" y="3105150"/>
            <a:ext cx="1047750" cy="762000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cap heptagon"/>
          <p:cNvSpPr/>
          <p:nvPr/>
        </p:nvSpPr>
        <p:spPr>
          <a:xfrm>
            <a:off x="895350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heptagon</a:t>
            </a:r>
            <a:endParaRPr lang="en-US" dirty="0"/>
          </a:p>
        </p:txBody>
      </p:sp>
      <p:sp>
        <p:nvSpPr>
          <p:cNvPr id="49" name="hexagon"/>
          <p:cNvSpPr/>
          <p:nvPr/>
        </p:nvSpPr>
        <p:spPr>
          <a:xfrm>
            <a:off x="10620375" y="3105150"/>
            <a:ext cx="1047750" cy="76200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cap hexagon"/>
          <p:cNvSpPr/>
          <p:nvPr/>
        </p:nvSpPr>
        <p:spPr>
          <a:xfrm>
            <a:off x="1042987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hexagon</a:t>
            </a:r>
            <a:endParaRPr lang="en-US" dirty="0"/>
          </a:p>
        </p:txBody>
      </p:sp>
      <p:sp>
        <p:nvSpPr>
          <p:cNvPr id="51" name="homePlate"/>
          <p:cNvSpPr/>
          <p:nvPr/>
        </p:nvSpPr>
        <p:spPr>
          <a:xfrm>
            <a:off x="285750" y="4324350"/>
            <a:ext cx="1047750" cy="7620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cap homePlate"/>
          <p:cNvSpPr/>
          <p:nvPr/>
        </p:nvSpPr>
        <p:spPr>
          <a:xfrm>
            <a:off x="9525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homePlate</a:t>
            </a:r>
            <a:endParaRPr lang="en-US" dirty="0"/>
          </a:p>
        </p:txBody>
      </p:sp>
      <p:sp>
        <p:nvSpPr>
          <p:cNvPr id="53" name="horizontalScroll"/>
          <p:cNvSpPr/>
          <p:nvPr/>
        </p:nvSpPr>
        <p:spPr>
          <a:xfrm>
            <a:off x="1762125" y="4324350"/>
            <a:ext cx="1047750" cy="76200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" name="cap horizontalScroll"/>
          <p:cNvSpPr/>
          <p:nvPr/>
        </p:nvSpPr>
        <p:spPr>
          <a:xfrm>
            <a:off x="157162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horizontalScroll</a:t>
            </a:r>
            <a:endParaRPr lang="en-US" dirty="0"/>
          </a:p>
        </p:txBody>
      </p:sp>
      <p:sp>
        <p:nvSpPr>
          <p:cNvPr id="55" name="irregularSeal1"/>
          <p:cNvSpPr/>
          <p:nvPr/>
        </p:nvSpPr>
        <p:spPr>
          <a:xfrm>
            <a:off x="3238500" y="4324350"/>
            <a:ext cx="1047750" cy="7620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cap irregularSeal1"/>
          <p:cNvSpPr/>
          <p:nvPr/>
        </p:nvSpPr>
        <p:spPr>
          <a:xfrm>
            <a:off x="304800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irregularSeal1</a:t>
            </a:r>
            <a:endParaRPr lang="en-US" dirty="0"/>
          </a:p>
        </p:txBody>
      </p:sp>
      <p:sp>
        <p:nvSpPr>
          <p:cNvPr id="57" name="irregularSeal2"/>
          <p:cNvSpPr/>
          <p:nvPr/>
        </p:nvSpPr>
        <p:spPr>
          <a:xfrm>
            <a:off x="4714875" y="4324350"/>
            <a:ext cx="1047750" cy="762000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cap irregularSeal2"/>
          <p:cNvSpPr/>
          <p:nvPr/>
        </p:nvSpPr>
        <p:spPr>
          <a:xfrm>
            <a:off x="452437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irregularSeal2</a:t>
            </a:r>
            <a:endParaRPr lang="en-US" dirty="0"/>
          </a:p>
        </p:txBody>
      </p:sp>
      <p:sp>
        <p:nvSpPr>
          <p:cNvPr id="59" name="leftArrow"/>
          <p:cNvSpPr/>
          <p:nvPr/>
        </p:nvSpPr>
        <p:spPr>
          <a:xfrm>
            <a:off x="6191250" y="4324350"/>
            <a:ext cx="1047750" cy="7620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cap leftArrow"/>
          <p:cNvSpPr/>
          <p:nvPr/>
        </p:nvSpPr>
        <p:spPr>
          <a:xfrm>
            <a:off x="600075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leftArrow</a:t>
            </a:r>
            <a:endParaRPr lang="en-US" dirty="0"/>
          </a:p>
        </p:txBody>
      </p:sp>
      <p:sp>
        <p:nvSpPr>
          <p:cNvPr id="61" name="leftArrowCallout"/>
          <p:cNvSpPr/>
          <p:nvPr/>
        </p:nvSpPr>
        <p:spPr>
          <a:xfrm>
            <a:off x="7667625" y="4324350"/>
            <a:ext cx="1047750" cy="762000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cap leftArrowCallout"/>
          <p:cNvSpPr/>
          <p:nvPr/>
        </p:nvSpPr>
        <p:spPr>
          <a:xfrm>
            <a:off x="747712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leftArrowCallout</a:t>
            </a:r>
            <a:endParaRPr lang="en-US" dirty="0"/>
          </a:p>
        </p:txBody>
      </p:sp>
      <p:sp>
        <p:nvSpPr>
          <p:cNvPr id="63" name="leftBrace"/>
          <p:cNvSpPr/>
          <p:nvPr/>
        </p:nvSpPr>
        <p:spPr>
          <a:xfrm>
            <a:off x="9144000" y="4324350"/>
            <a:ext cx="1047750" cy="762000"/>
          </a:xfrm>
          <a:prstGeom prst="leftBrac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" name="cap leftBrace"/>
          <p:cNvSpPr/>
          <p:nvPr/>
        </p:nvSpPr>
        <p:spPr>
          <a:xfrm>
            <a:off x="895350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leftBrace</a:t>
            </a:r>
            <a:endParaRPr lang="en-US" dirty="0"/>
          </a:p>
        </p:txBody>
      </p:sp>
      <p:sp>
        <p:nvSpPr>
          <p:cNvPr id="65" name="leftBracket"/>
          <p:cNvSpPr/>
          <p:nvPr/>
        </p:nvSpPr>
        <p:spPr>
          <a:xfrm>
            <a:off x="10620375" y="4324350"/>
            <a:ext cx="1047750" cy="762000"/>
          </a:xfrm>
          <a:prstGeom prst="leftBracket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" name="cap leftBracket"/>
          <p:cNvSpPr/>
          <p:nvPr/>
        </p:nvSpPr>
        <p:spPr>
          <a:xfrm>
            <a:off x="1042987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leftBracket</a:t>
            </a:r>
            <a:endParaRPr lang="en-US" dirty="0"/>
          </a:p>
        </p:txBody>
      </p:sp>
      <p:sp>
        <p:nvSpPr>
          <p:cNvPr id="67" name="leftCircularArrow"/>
          <p:cNvSpPr/>
          <p:nvPr/>
        </p:nvSpPr>
        <p:spPr>
          <a:xfrm>
            <a:off x="285750" y="5543550"/>
            <a:ext cx="1047750" cy="762000"/>
          </a:xfrm>
          <a:prstGeom prst="left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" name="cap leftCircularArrow"/>
          <p:cNvSpPr/>
          <p:nvPr/>
        </p:nvSpPr>
        <p:spPr>
          <a:xfrm>
            <a:off x="9525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leftCircularArrow</a:t>
            </a:r>
            <a:endParaRPr lang="en-US" dirty="0"/>
          </a:p>
        </p:txBody>
      </p:sp>
      <p:sp>
        <p:nvSpPr>
          <p:cNvPr id="69" name="leftRightArrow"/>
          <p:cNvSpPr/>
          <p:nvPr/>
        </p:nvSpPr>
        <p:spPr>
          <a:xfrm>
            <a:off x="1762125" y="5543550"/>
            <a:ext cx="1047750" cy="7620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" name="cap leftRightArrow"/>
          <p:cNvSpPr/>
          <p:nvPr/>
        </p:nvSpPr>
        <p:spPr>
          <a:xfrm>
            <a:off x="157162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leftRightArrow</a:t>
            </a:r>
            <a:endParaRPr lang="en-US" dirty="0"/>
          </a:p>
        </p:txBody>
      </p:sp>
      <p:sp>
        <p:nvSpPr>
          <p:cNvPr id="71" name="leftRightArrowCallout"/>
          <p:cNvSpPr/>
          <p:nvPr/>
        </p:nvSpPr>
        <p:spPr>
          <a:xfrm>
            <a:off x="3238500" y="5543550"/>
            <a:ext cx="1047750" cy="762000"/>
          </a:xfrm>
          <a:prstGeom prst="left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" name="cap leftRightArrowCallout"/>
          <p:cNvSpPr/>
          <p:nvPr/>
        </p:nvSpPr>
        <p:spPr>
          <a:xfrm>
            <a:off x="304800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leftRightArrowCallout</a:t>
            </a:r>
            <a:endParaRPr lang="en-US" dirty="0"/>
          </a:p>
        </p:txBody>
      </p:sp>
      <p:sp>
        <p:nvSpPr>
          <p:cNvPr id="73" name="leftRightCircularArrow"/>
          <p:cNvSpPr/>
          <p:nvPr/>
        </p:nvSpPr>
        <p:spPr>
          <a:xfrm>
            <a:off x="4714875" y="5543550"/>
            <a:ext cx="1047750" cy="762000"/>
          </a:xfrm>
          <a:prstGeom prst="leftRight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" name="cap leftRightCircularArrow"/>
          <p:cNvSpPr/>
          <p:nvPr/>
        </p:nvSpPr>
        <p:spPr>
          <a:xfrm>
            <a:off x="452437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leftRightCircularArrow</a:t>
            </a:r>
            <a:endParaRPr lang="en-US" dirty="0"/>
          </a:p>
        </p:txBody>
      </p:sp>
      <p:sp>
        <p:nvSpPr>
          <p:cNvPr id="75" name="leftRightRibbon"/>
          <p:cNvSpPr/>
          <p:nvPr/>
        </p:nvSpPr>
        <p:spPr>
          <a:xfrm>
            <a:off x="6191250" y="5543550"/>
            <a:ext cx="1047750" cy="762000"/>
          </a:xfrm>
          <a:prstGeom prst="leftRight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" name="cap leftRightRibbon"/>
          <p:cNvSpPr/>
          <p:nvPr/>
        </p:nvSpPr>
        <p:spPr>
          <a:xfrm>
            <a:off x="600075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leftRightRibbon</a:t>
            </a:r>
            <a:endParaRPr lang="en-US" dirty="0"/>
          </a:p>
        </p:txBody>
      </p:sp>
      <p:sp>
        <p:nvSpPr>
          <p:cNvPr id="77" name="leftRightUpArrow"/>
          <p:cNvSpPr/>
          <p:nvPr/>
        </p:nvSpPr>
        <p:spPr>
          <a:xfrm>
            <a:off x="7667625" y="5543550"/>
            <a:ext cx="1047750" cy="762000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" name="cap leftRightUpArrow"/>
          <p:cNvSpPr/>
          <p:nvPr/>
        </p:nvSpPr>
        <p:spPr>
          <a:xfrm>
            <a:off x="747712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leftRightUpArrow</a:t>
            </a:r>
            <a:endParaRPr lang="en-US" dirty="0"/>
          </a:p>
        </p:txBody>
      </p:sp>
      <p:sp>
        <p:nvSpPr>
          <p:cNvPr id="79" name="leftUpArrow"/>
          <p:cNvSpPr/>
          <p:nvPr/>
        </p:nvSpPr>
        <p:spPr>
          <a:xfrm>
            <a:off x="9144000" y="5543550"/>
            <a:ext cx="1047750" cy="762000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" name="cap leftUpArrow"/>
          <p:cNvSpPr/>
          <p:nvPr/>
        </p:nvSpPr>
        <p:spPr>
          <a:xfrm>
            <a:off x="895350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leftUpArrow</a:t>
            </a:r>
            <a:endParaRPr lang="en-US" dirty="0"/>
          </a:p>
        </p:txBody>
      </p:sp>
      <p:sp>
        <p:nvSpPr>
          <p:cNvPr id="81" name="lightningBolt"/>
          <p:cNvSpPr/>
          <p:nvPr/>
        </p:nvSpPr>
        <p:spPr>
          <a:xfrm>
            <a:off x="10620375" y="5543550"/>
            <a:ext cx="1047750" cy="7620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" name="cap lightningBolt"/>
          <p:cNvSpPr/>
          <p:nvPr/>
        </p:nvSpPr>
        <p:spPr>
          <a:xfrm>
            <a:off x="1042987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lightningBolt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Preset shape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Preset geometries 121-160</a:t>
            </a:r>
            <a:endParaRPr lang="en-US" dirty="0"/>
          </a:p>
        </p:txBody>
      </p:sp>
      <p:sp>
        <p:nvSpPr>
          <p:cNvPr id="3" name="line"/>
          <p:cNvSpPr/>
          <p:nvPr/>
        </p:nvSpPr>
        <p:spPr>
          <a:xfrm>
            <a:off x="285750" y="666750"/>
            <a:ext cx="1047750" cy="762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ap line"/>
          <p:cNvSpPr/>
          <p:nvPr/>
        </p:nvSpPr>
        <p:spPr>
          <a:xfrm>
            <a:off x="9525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line</a:t>
            </a:r>
            <a:endParaRPr lang="en-US" dirty="0"/>
          </a:p>
        </p:txBody>
      </p:sp>
      <p:sp>
        <p:nvSpPr>
          <p:cNvPr id="5" name="lineInv"/>
          <p:cNvSpPr/>
          <p:nvPr/>
        </p:nvSpPr>
        <p:spPr>
          <a:xfrm>
            <a:off x="1762125" y="666750"/>
            <a:ext cx="1047750" cy="762000"/>
          </a:xfrm>
          <a:prstGeom prst="lineInv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ap lineInv"/>
          <p:cNvSpPr/>
          <p:nvPr/>
        </p:nvSpPr>
        <p:spPr>
          <a:xfrm>
            <a:off x="157162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lineInv</a:t>
            </a:r>
            <a:endParaRPr lang="en-US" dirty="0"/>
          </a:p>
        </p:txBody>
      </p:sp>
      <p:sp>
        <p:nvSpPr>
          <p:cNvPr id="7" name="mathDivide"/>
          <p:cNvSpPr/>
          <p:nvPr/>
        </p:nvSpPr>
        <p:spPr>
          <a:xfrm>
            <a:off x="3238500" y="666750"/>
            <a:ext cx="1047750" cy="762000"/>
          </a:xfrm>
          <a:prstGeom prst="mathDivid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ap mathDivide"/>
          <p:cNvSpPr/>
          <p:nvPr/>
        </p:nvSpPr>
        <p:spPr>
          <a:xfrm>
            <a:off x="304800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mathDivide</a:t>
            </a:r>
            <a:endParaRPr lang="en-US" dirty="0"/>
          </a:p>
        </p:txBody>
      </p:sp>
      <p:sp>
        <p:nvSpPr>
          <p:cNvPr id="9" name="mathEqual"/>
          <p:cNvSpPr/>
          <p:nvPr/>
        </p:nvSpPr>
        <p:spPr>
          <a:xfrm>
            <a:off x="4714875" y="666750"/>
            <a:ext cx="1047750" cy="7620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ap mathEqual"/>
          <p:cNvSpPr/>
          <p:nvPr/>
        </p:nvSpPr>
        <p:spPr>
          <a:xfrm>
            <a:off x="452437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mathEqual</a:t>
            </a:r>
            <a:endParaRPr lang="en-US" dirty="0"/>
          </a:p>
        </p:txBody>
      </p:sp>
      <p:sp>
        <p:nvSpPr>
          <p:cNvPr id="11" name="mathMinus"/>
          <p:cNvSpPr/>
          <p:nvPr/>
        </p:nvSpPr>
        <p:spPr>
          <a:xfrm>
            <a:off x="6191250" y="666750"/>
            <a:ext cx="1047750" cy="762000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p mathMinus"/>
          <p:cNvSpPr/>
          <p:nvPr/>
        </p:nvSpPr>
        <p:spPr>
          <a:xfrm>
            <a:off x="600075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mathMinus</a:t>
            </a:r>
            <a:endParaRPr lang="en-US" dirty="0"/>
          </a:p>
        </p:txBody>
      </p:sp>
      <p:sp>
        <p:nvSpPr>
          <p:cNvPr id="13" name="mathMultiply"/>
          <p:cNvSpPr/>
          <p:nvPr/>
        </p:nvSpPr>
        <p:spPr>
          <a:xfrm>
            <a:off x="7667625" y="666750"/>
            <a:ext cx="1047750" cy="7620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ap mathMultiply"/>
          <p:cNvSpPr/>
          <p:nvPr/>
        </p:nvSpPr>
        <p:spPr>
          <a:xfrm>
            <a:off x="747712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mathMultiply</a:t>
            </a:r>
            <a:endParaRPr lang="en-US" dirty="0"/>
          </a:p>
        </p:txBody>
      </p:sp>
      <p:sp>
        <p:nvSpPr>
          <p:cNvPr id="15" name="mathNotEqual"/>
          <p:cNvSpPr/>
          <p:nvPr/>
        </p:nvSpPr>
        <p:spPr>
          <a:xfrm>
            <a:off x="9144000" y="666750"/>
            <a:ext cx="1047750" cy="762000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cap mathNotEqual"/>
          <p:cNvSpPr/>
          <p:nvPr/>
        </p:nvSpPr>
        <p:spPr>
          <a:xfrm>
            <a:off x="895350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mathNotEqual</a:t>
            </a:r>
            <a:endParaRPr lang="en-US" dirty="0"/>
          </a:p>
        </p:txBody>
      </p:sp>
      <p:sp>
        <p:nvSpPr>
          <p:cNvPr id="17" name="mathPlus"/>
          <p:cNvSpPr/>
          <p:nvPr/>
        </p:nvSpPr>
        <p:spPr>
          <a:xfrm>
            <a:off x="10620375" y="666750"/>
            <a:ext cx="1047750" cy="7620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cap mathPlus"/>
          <p:cNvSpPr/>
          <p:nvPr/>
        </p:nvSpPr>
        <p:spPr>
          <a:xfrm>
            <a:off x="1042987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mathPlus</a:t>
            </a:r>
            <a:endParaRPr lang="en-US" dirty="0"/>
          </a:p>
        </p:txBody>
      </p:sp>
      <p:sp>
        <p:nvSpPr>
          <p:cNvPr id="19" name="moon"/>
          <p:cNvSpPr/>
          <p:nvPr/>
        </p:nvSpPr>
        <p:spPr>
          <a:xfrm>
            <a:off x="285750" y="1885950"/>
            <a:ext cx="1047750" cy="762000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cap moon"/>
          <p:cNvSpPr/>
          <p:nvPr/>
        </p:nvSpPr>
        <p:spPr>
          <a:xfrm>
            <a:off x="9525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moon</a:t>
            </a:r>
            <a:endParaRPr lang="en-US" dirty="0"/>
          </a:p>
        </p:txBody>
      </p:sp>
      <p:sp>
        <p:nvSpPr>
          <p:cNvPr id="21" name="nonIsoscelesTrapezoid"/>
          <p:cNvSpPr/>
          <p:nvPr/>
        </p:nvSpPr>
        <p:spPr>
          <a:xfrm>
            <a:off x="1762125" y="1885950"/>
            <a:ext cx="1047750" cy="762000"/>
          </a:xfrm>
          <a:prstGeom prst="nonIsosceles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cap nonIsoscelesTrapezoid"/>
          <p:cNvSpPr/>
          <p:nvPr/>
        </p:nvSpPr>
        <p:spPr>
          <a:xfrm>
            <a:off x="157162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nonIsoscelesTrapezoid</a:t>
            </a:r>
            <a:endParaRPr lang="en-US" dirty="0"/>
          </a:p>
        </p:txBody>
      </p:sp>
      <p:sp>
        <p:nvSpPr>
          <p:cNvPr id="23" name="noSmoking"/>
          <p:cNvSpPr/>
          <p:nvPr/>
        </p:nvSpPr>
        <p:spPr>
          <a:xfrm>
            <a:off x="3238500" y="1885950"/>
            <a:ext cx="1047750" cy="762000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cap noSmoking"/>
          <p:cNvSpPr/>
          <p:nvPr/>
        </p:nvSpPr>
        <p:spPr>
          <a:xfrm>
            <a:off x="304800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noSmoking</a:t>
            </a:r>
            <a:endParaRPr lang="en-US" dirty="0"/>
          </a:p>
        </p:txBody>
      </p:sp>
      <p:sp>
        <p:nvSpPr>
          <p:cNvPr id="25" name="notchedRightArrow"/>
          <p:cNvSpPr/>
          <p:nvPr/>
        </p:nvSpPr>
        <p:spPr>
          <a:xfrm>
            <a:off x="4714875" y="1885950"/>
            <a:ext cx="1047750" cy="7620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cap notchedRightArrow"/>
          <p:cNvSpPr/>
          <p:nvPr/>
        </p:nvSpPr>
        <p:spPr>
          <a:xfrm>
            <a:off x="452437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notchedRightArrow</a:t>
            </a:r>
            <a:endParaRPr lang="en-US" dirty="0"/>
          </a:p>
        </p:txBody>
      </p:sp>
      <p:sp>
        <p:nvSpPr>
          <p:cNvPr id="27" name="octagon"/>
          <p:cNvSpPr/>
          <p:nvPr/>
        </p:nvSpPr>
        <p:spPr>
          <a:xfrm>
            <a:off x="6191250" y="1885950"/>
            <a:ext cx="1047750" cy="762000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cap octagon"/>
          <p:cNvSpPr/>
          <p:nvPr/>
        </p:nvSpPr>
        <p:spPr>
          <a:xfrm>
            <a:off x="600075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octagon</a:t>
            </a:r>
            <a:endParaRPr lang="en-US" dirty="0"/>
          </a:p>
        </p:txBody>
      </p:sp>
      <p:sp>
        <p:nvSpPr>
          <p:cNvPr id="29" name="parallelogram"/>
          <p:cNvSpPr/>
          <p:nvPr/>
        </p:nvSpPr>
        <p:spPr>
          <a:xfrm>
            <a:off x="7667625" y="1885950"/>
            <a:ext cx="1047750" cy="7620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cap parallelogram"/>
          <p:cNvSpPr/>
          <p:nvPr/>
        </p:nvSpPr>
        <p:spPr>
          <a:xfrm>
            <a:off x="747712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parallelogram</a:t>
            </a:r>
            <a:endParaRPr lang="en-US" dirty="0"/>
          </a:p>
        </p:txBody>
      </p:sp>
      <p:sp>
        <p:nvSpPr>
          <p:cNvPr id="31" name="pentagon"/>
          <p:cNvSpPr/>
          <p:nvPr/>
        </p:nvSpPr>
        <p:spPr>
          <a:xfrm>
            <a:off x="9144000" y="1885950"/>
            <a:ext cx="1047750" cy="762000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cap pentagon"/>
          <p:cNvSpPr/>
          <p:nvPr/>
        </p:nvSpPr>
        <p:spPr>
          <a:xfrm>
            <a:off x="895350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pentagon</a:t>
            </a:r>
            <a:endParaRPr lang="en-US" dirty="0"/>
          </a:p>
        </p:txBody>
      </p:sp>
      <p:sp>
        <p:nvSpPr>
          <p:cNvPr id="33" name="pie"/>
          <p:cNvSpPr/>
          <p:nvPr/>
        </p:nvSpPr>
        <p:spPr>
          <a:xfrm>
            <a:off x="10620375" y="1885950"/>
            <a:ext cx="1047750" cy="762000"/>
          </a:xfrm>
          <a:prstGeom prst="p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cap pie"/>
          <p:cNvSpPr/>
          <p:nvPr/>
        </p:nvSpPr>
        <p:spPr>
          <a:xfrm>
            <a:off x="1042987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pie</a:t>
            </a:r>
            <a:endParaRPr lang="en-US" dirty="0"/>
          </a:p>
        </p:txBody>
      </p:sp>
      <p:sp>
        <p:nvSpPr>
          <p:cNvPr id="35" name="pieWedge"/>
          <p:cNvSpPr/>
          <p:nvPr/>
        </p:nvSpPr>
        <p:spPr>
          <a:xfrm>
            <a:off x="285750" y="3105150"/>
            <a:ext cx="1047750" cy="762000"/>
          </a:xfrm>
          <a:prstGeom prst="pieWed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cap pieWedge"/>
          <p:cNvSpPr/>
          <p:nvPr/>
        </p:nvSpPr>
        <p:spPr>
          <a:xfrm>
            <a:off x="9525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pieWedge</a:t>
            </a:r>
            <a:endParaRPr lang="en-US" dirty="0"/>
          </a:p>
        </p:txBody>
      </p:sp>
      <p:sp>
        <p:nvSpPr>
          <p:cNvPr id="37" name="plaque"/>
          <p:cNvSpPr/>
          <p:nvPr/>
        </p:nvSpPr>
        <p:spPr>
          <a:xfrm>
            <a:off x="1762125" y="3105150"/>
            <a:ext cx="1047750" cy="762000"/>
          </a:xfrm>
          <a:prstGeom prst="plaqu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cap plaque"/>
          <p:cNvSpPr/>
          <p:nvPr/>
        </p:nvSpPr>
        <p:spPr>
          <a:xfrm>
            <a:off x="157162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plaque</a:t>
            </a:r>
            <a:endParaRPr lang="en-US" dirty="0"/>
          </a:p>
        </p:txBody>
      </p:sp>
      <p:sp>
        <p:nvSpPr>
          <p:cNvPr id="39" name="plaqueTabs"/>
          <p:cNvSpPr/>
          <p:nvPr/>
        </p:nvSpPr>
        <p:spPr>
          <a:xfrm>
            <a:off x="3238500" y="3105150"/>
            <a:ext cx="1047750" cy="762000"/>
          </a:xfrm>
          <a:prstGeom prst="plaqueTab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cap plaqueTabs"/>
          <p:cNvSpPr/>
          <p:nvPr/>
        </p:nvSpPr>
        <p:spPr>
          <a:xfrm>
            <a:off x="304800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plaqueTabs</a:t>
            </a:r>
            <a:endParaRPr lang="en-US" dirty="0"/>
          </a:p>
        </p:txBody>
      </p:sp>
      <p:sp>
        <p:nvSpPr>
          <p:cNvPr id="41" name="plus"/>
          <p:cNvSpPr/>
          <p:nvPr/>
        </p:nvSpPr>
        <p:spPr>
          <a:xfrm>
            <a:off x="4714875" y="3105150"/>
            <a:ext cx="1047750" cy="762000"/>
          </a:xfrm>
          <a:prstGeom prst="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" name="cap plus"/>
          <p:cNvSpPr/>
          <p:nvPr/>
        </p:nvSpPr>
        <p:spPr>
          <a:xfrm>
            <a:off x="452437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plus</a:t>
            </a:r>
            <a:endParaRPr lang="en-US" dirty="0"/>
          </a:p>
        </p:txBody>
      </p:sp>
      <p:sp>
        <p:nvSpPr>
          <p:cNvPr id="43" name="quadArrow"/>
          <p:cNvSpPr/>
          <p:nvPr/>
        </p:nvSpPr>
        <p:spPr>
          <a:xfrm>
            <a:off x="6191250" y="3105150"/>
            <a:ext cx="1047750" cy="762000"/>
          </a:xfrm>
          <a:prstGeom prst="quad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" name="cap quadArrow"/>
          <p:cNvSpPr/>
          <p:nvPr/>
        </p:nvSpPr>
        <p:spPr>
          <a:xfrm>
            <a:off x="600075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quadArrow</a:t>
            </a:r>
            <a:endParaRPr lang="en-US" dirty="0"/>
          </a:p>
        </p:txBody>
      </p:sp>
      <p:sp>
        <p:nvSpPr>
          <p:cNvPr id="45" name="quadArrowCallout"/>
          <p:cNvSpPr/>
          <p:nvPr/>
        </p:nvSpPr>
        <p:spPr>
          <a:xfrm>
            <a:off x="7667625" y="3105150"/>
            <a:ext cx="1047750" cy="762000"/>
          </a:xfrm>
          <a:prstGeom prst="quad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" name="cap quadArrowCallout"/>
          <p:cNvSpPr/>
          <p:nvPr/>
        </p:nvSpPr>
        <p:spPr>
          <a:xfrm>
            <a:off x="747712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quadArrowCallout</a:t>
            </a:r>
            <a:endParaRPr lang="en-US" dirty="0"/>
          </a:p>
        </p:txBody>
      </p:sp>
      <p:sp>
        <p:nvSpPr>
          <p:cNvPr id="47" name="rect"/>
          <p:cNvSpPr/>
          <p:nvPr/>
        </p:nvSpPr>
        <p:spPr>
          <a:xfrm>
            <a:off x="9144000" y="3105150"/>
            <a:ext cx="104775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cap rect"/>
          <p:cNvSpPr/>
          <p:nvPr/>
        </p:nvSpPr>
        <p:spPr>
          <a:xfrm>
            <a:off x="895350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rect</a:t>
            </a:r>
            <a:endParaRPr lang="en-US" dirty="0"/>
          </a:p>
        </p:txBody>
      </p:sp>
      <p:sp>
        <p:nvSpPr>
          <p:cNvPr id="49" name="ribbon"/>
          <p:cNvSpPr/>
          <p:nvPr/>
        </p:nvSpPr>
        <p:spPr>
          <a:xfrm>
            <a:off x="10620375" y="3105150"/>
            <a:ext cx="1047750" cy="762000"/>
          </a:xfrm>
          <a:prstGeom prst="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cap ribbon"/>
          <p:cNvSpPr/>
          <p:nvPr/>
        </p:nvSpPr>
        <p:spPr>
          <a:xfrm>
            <a:off x="1042987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ribbon</a:t>
            </a:r>
            <a:endParaRPr lang="en-US" dirty="0"/>
          </a:p>
        </p:txBody>
      </p:sp>
      <p:sp>
        <p:nvSpPr>
          <p:cNvPr id="51" name="ribbon2"/>
          <p:cNvSpPr/>
          <p:nvPr/>
        </p:nvSpPr>
        <p:spPr>
          <a:xfrm>
            <a:off x="285750" y="4324350"/>
            <a:ext cx="1047750" cy="76200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cap ribbon2"/>
          <p:cNvSpPr/>
          <p:nvPr/>
        </p:nvSpPr>
        <p:spPr>
          <a:xfrm>
            <a:off x="9525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ribbon2</a:t>
            </a:r>
            <a:endParaRPr lang="en-US" dirty="0"/>
          </a:p>
        </p:txBody>
      </p:sp>
      <p:sp>
        <p:nvSpPr>
          <p:cNvPr id="53" name="rightArrow"/>
          <p:cNvSpPr/>
          <p:nvPr/>
        </p:nvSpPr>
        <p:spPr>
          <a:xfrm>
            <a:off x="1762125" y="4324350"/>
            <a:ext cx="1047750" cy="76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" name="cap rightArrow"/>
          <p:cNvSpPr/>
          <p:nvPr/>
        </p:nvSpPr>
        <p:spPr>
          <a:xfrm>
            <a:off x="157162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rightArrow</a:t>
            </a:r>
            <a:endParaRPr lang="en-US" dirty="0"/>
          </a:p>
        </p:txBody>
      </p:sp>
      <p:sp>
        <p:nvSpPr>
          <p:cNvPr id="55" name="rightArrowCallout"/>
          <p:cNvSpPr/>
          <p:nvPr/>
        </p:nvSpPr>
        <p:spPr>
          <a:xfrm>
            <a:off x="3238500" y="4324350"/>
            <a:ext cx="1047750" cy="762000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cap rightArrowCallout"/>
          <p:cNvSpPr/>
          <p:nvPr/>
        </p:nvSpPr>
        <p:spPr>
          <a:xfrm>
            <a:off x="304800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rightArrowCallout</a:t>
            </a:r>
            <a:endParaRPr lang="en-US" dirty="0"/>
          </a:p>
        </p:txBody>
      </p:sp>
      <p:sp>
        <p:nvSpPr>
          <p:cNvPr id="57" name="rightBrace"/>
          <p:cNvSpPr/>
          <p:nvPr/>
        </p:nvSpPr>
        <p:spPr>
          <a:xfrm>
            <a:off x="4714875" y="4324350"/>
            <a:ext cx="1047750" cy="762000"/>
          </a:xfrm>
          <a:prstGeom prst="rightBrac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cap rightBrace"/>
          <p:cNvSpPr/>
          <p:nvPr/>
        </p:nvSpPr>
        <p:spPr>
          <a:xfrm>
            <a:off x="452437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rightBrace</a:t>
            </a:r>
            <a:endParaRPr lang="en-US" dirty="0"/>
          </a:p>
        </p:txBody>
      </p:sp>
      <p:sp>
        <p:nvSpPr>
          <p:cNvPr id="59" name="rightBracket"/>
          <p:cNvSpPr/>
          <p:nvPr/>
        </p:nvSpPr>
        <p:spPr>
          <a:xfrm>
            <a:off x="6191250" y="4324350"/>
            <a:ext cx="1047750" cy="762000"/>
          </a:xfrm>
          <a:prstGeom prst="rightBracket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cap rightBracket"/>
          <p:cNvSpPr/>
          <p:nvPr/>
        </p:nvSpPr>
        <p:spPr>
          <a:xfrm>
            <a:off x="600075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rightBracket</a:t>
            </a:r>
            <a:endParaRPr lang="en-US" dirty="0"/>
          </a:p>
        </p:txBody>
      </p:sp>
      <p:sp>
        <p:nvSpPr>
          <p:cNvPr id="61" name="round1Rect"/>
          <p:cNvSpPr/>
          <p:nvPr/>
        </p:nvSpPr>
        <p:spPr>
          <a:xfrm>
            <a:off x="7667625" y="4324350"/>
            <a:ext cx="1047750" cy="762000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cap round1Rect"/>
          <p:cNvSpPr/>
          <p:nvPr/>
        </p:nvSpPr>
        <p:spPr>
          <a:xfrm>
            <a:off x="747712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round1Rect</a:t>
            </a:r>
            <a:endParaRPr lang="en-US" dirty="0"/>
          </a:p>
        </p:txBody>
      </p:sp>
      <p:sp>
        <p:nvSpPr>
          <p:cNvPr id="63" name="round2DiagRect"/>
          <p:cNvSpPr/>
          <p:nvPr/>
        </p:nvSpPr>
        <p:spPr>
          <a:xfrm>
            <a:off x="9144000" y="4324350"/>
            <a:ext cx="1047750" cy="76200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" name="cap round2DiagRect"/>
          <p:cNvSpPr/>
          <p:nvPr/>
        </p:nvSpPr>
        <p:spPr>
          <a:xfrm>
            <a:off x="895350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round2DiagRect</a:t>
            </a:r>
            <a:endParaRPr lang="en-US" dirty="0"/>
          </a:p>
        </p:txBody>
      </p:sp>
      <p:sp>
        <p:nvSpPr>
          <p:cNvPr id="65" name="round2SameRect"/>
          <p:cNvSpPr/>
          <p:nvPr/>
        </p:nvSpPr>
        <p:spPr>
          <a:xfrm>
            <a:off x="10620375" y="4324350"/>
            <a:ext cx="1047750" cy="762000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" name="cap round2SameRect"/>
          <p:cNvSpPr/>
          <p:nvPr/>
        </p:nvSpPr>
        <p:spPr>
          <a:xfrm>
            <a:off x="1042987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round2SameRect</a:t>
            </a:r>
            <a:endParaRPr lang="en-US" dirty="0"/>
          </a:p>
        </p:txBody>
      </p:sp>
      <p:sp>
        <p:nvSpPr>
          <p:cNvPr id="67" name="roundRect"/>
          <p:cNvSpPr/>
          <p:nvPr/>
        </p:nvSpPr>
        <p:spPr>
          <a:xfrm>
            <a:off x="285750" y="5543550"/>
            <a:ext cx="104775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" name="cap roundRect"/>
          <p:cNvSpPr/>
          <p:nvPr/>
        </p:nvSpPr>
        <p:spPr>
          <a:xfrm>
            <a:off x="9525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roundRect</a:t>
            </a:r>
            <a:endParaRPr lang="en-US" dirty="0"/>
          </a:p>
        </p:txBody>
      </p:sp>
      <p:sp>
        <p:nvSpPr>
          <p:cNvPr id="69" name="rtTriangle"/>
          <p:cNvSpPr/>
          <p:nvPr/>
        </p:nvSpPr>
        <p:spPr>
          <a:xfrm>
            <a:off x="1762125" y="5543550"/>
            <a:ext cx="1047750" cy="7620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" name="cap rtTriangle"/>
          <p:cNvSpPr/>
          <p:nvPr/>
        </p:nvSpPr>
        <p:spPr>
          <a:xfrm>
            <a:off x="157162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rtTriangle</a:t>
            </a:r>
            <a:endParaRPr lang="en-US" dirty="0"/>
          </a:p>
        </p:txBody>
      </p:sp>
      <p:sp>
        <p:nvSpPr>
          <p:cNvPr id="71" name="smileyFace"/>
          <p:cNvSpPr/>
          <p:nvPr/>
        </p:nvSpPr>
        <p:spPr>
          <a:xfrm>
            <a:off x="3238500" y="5543550"/>
            <a:ext cx="1047750" cy="7620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" name="cap smileyFace"/>
          <p:cNvSpPr/>
          <p:nvPr/>
        </p:nvSpPr>
        <p:spPr>
          <a:xfrm>
            <a:off x="304800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smileyFace</a:t>
            </a:r>
            <a:endParaRPr lang="en-US" dirty="0"/>
          </a:p>
        </p:txBody>
      </p:sp>
      <p:sp>
        <p:nvSpPr>
          <p:cNvPr id="73" name="snip1Rect"/>
          <p:cNvSpPr/>
          <p:nvPr/>
        </p:nvSpPr>
        <p:spPr>
          <a:xfrm>
            <a:off x="4714875" y="5543550"/>
            <a:ext cx="1047750" cy="762000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" name="cap snip1Rect"/>
          <p:cNvSpPr/>
          <p:nvPr/>
        </p:nvSpPr>
        <p:spPr>
          <a:xfrm>
            <a:off x="452437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snip1Rect</a:t>
            </a:r>
            <a:endParaRPr lang="en-US" dirty="0"/>
          </a:p>
        </p:txBody>
      </p:sp>
      <p:sp>
        <p:nvSpPr>
          <p:cNvPr id="75" name="snip2DiagRect"/>
          <p:cNvSpPr/>
          <p:nvPr/>
        </p:nvSpPr>
        <p:spPr>
          <a:xfrm>
            <a:off x="6191250" y="5543550"/>
            <a:ext cx="1047750" cy="76200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" name="cap snip2DiagRect"/>
          <p:cNvSpPr/>
          <p:nvPr/>
        </p:nvSpPr>
        <p:spPr>
          <a:xfrm>
            <a:off x="600075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snip2DiagRect</a:t>
            </a:r>
            <a:endParaRPr lang="en-US" dirty="0"/>
          </a:p>
        </p:txBody>
      </p:sp>
      <p:sp>
        <p:nvSpPr>
          <p:cNvPr id="77" name="snip2SameRect"/>
          <p:cNvSpPr/>
          <p:nvPr/>
        </p:nvSpPr>
        <p:spPr>
          <a:xfrm>
            <a:off x="7667625" y="5543550"/>
            <a:ext cx="1047750" cy="762000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" name="cap snip2SameRect"/>
          <p:cNvSpPr/>
          <p:nvPr/>
        </p:nvSpPr>
        <p:spPr>
          <a:xfrm>
            <a:off x="747712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snip2SameRect</a:t>
            </a:r>
            <a:endParaRPr lang="en-US" dirty="0"/>
          </a:p>
        </p:txBody>
      </p:sp>
      <p:sp>
        <p:nvSpPr>
          <p:cNvPr id="79" name="snipRoundRect"/>
          <p:cNvSpPr/>
          <p:nvPr/>
        </p:nvSpPr>
        <p:spPr>
          <a:xfrm>
            <a:off x="9144000" y="5543550"/>
            <a:ext cx="1047750" cy="762000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" name="cap snipRoundRect"/>
          <p:cNvSpPr/>
          <p:nvPr/>
        </p:nvSpPr>
        <p:spPr>
          <a:xfrm>
            <a:off x="8953500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snipRoundRect</a:t>
            </a:r>
            <a:endParaRPr lang="en-US" dirty="0"/>
          </a:p>
        </p:txBody>
      </p:sp>
      <p:sp>
        <p:nvSpPr>
          <p:cNvPr id="81" name="squareTabs"/>
          <p:cNvSpPr/>
          <p:nvPr/>
        </p:nvSpPr>
        <p:spPr>
          <a:xfrm>
            <a:off x="10620375" y="5543550"/>
            <a:ext cx="1047750" cy="762000"/>
          </a:xfrm>
          <a:prstGeom prst="squareTab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" name="cap squareTabs"/>
          <p:cNvSpPr/>
          <p:nvPr/>
        </p:nvSpPr>
        <p:spPr>
          <a:xfrm>
            <a:off x="10429875" y="63436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squareTabs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Preset shap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Preset geometries 161-187</a:t>
            </a:r>
            <a:endParaRPr lang="en-US" dirty="0"/>
          </a:p>
        </p:txBody>
      </p:sp>
      <p:sp>
        <p:nvSpPr>
          <p:cNvPr id="3" name="star10"/>
          <p:cNvSpPr/>
          <p:nvPr/>
        </p:nvSpPr>
        <p:spPr>
          <a:xfrm>
            <a:off x="285750" y="666750"/>
            <a:ext cx="1047750" cy="762000"/>
          </a:xfrm>
          <a:prstGeom prst="star10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ap star10"/>
          <p:cNvSpPr/>
          <p:nvPr/>
        </p:nvSpPr>
        <p:spPr>
          <a:xfrm>
            <a:off x="9525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star10</a:t>
            </a:r>
            <a:endParaRPr lang="en-US" dirty="0"/>
          </a:p>
        </p:txBody>
      </p:sp>
      <p:sp>
        <p:nvSpPr>
          <p:cNvPr id="5" name="star12"/>
          <p:cNvSpPr/>
          <p:nvPr/>
        </p:nvSpPr>
        <p:spPr>
          <a:xfrm>
            <a:off x="1762125" y="666750"/>
            <a:ext cx="1047750" cy="762000"/>
          </a:xfrm>
          <a:prstGeom prst="star1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ap star12"/>
          <p:cNvSpPr/>
          <p:nvPr/>
        </p:nvSpPr>
        <p:spPr>
          <a:xfrm>
            <a:off x="157162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star12</a:t>
            </a:r>
            <a:endParaRPr lang="en-US" dirty="0"/>
          </a:p>
        </p:txBody>
      </p:sp>
      <p:sp>
        <p:nvSpPr>
          <p:cNvPr id="7" name="star16"/>
          <p:cNvSpPr/>
          <p:nvPr/>
        </p:nvSpPr>
        <p:spPr>
          <a:xfrm>
            <a:off x="3238500" y="666750"/>
            <a:ext cx="1047750" cy="762000"/>
          </a:xfrm>
          <a:prstGeom prst="star1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ap star16"/>
          <p:cNvSpPr/>
          <p:nvPr/>
        </p:nvSpPr>
        <p:spPr>
          <a:xfrm>
            <a:off x="304800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star16</a:t>
            </a:r>
            <a:endParaRPr lang="en-US" dirty="0"/>
          </a:p>
        </p:txBody>
      </p:sp>
      <p:sp>
        <p:nvSpPr>
          <p:cNvPr id="9" name="star24"/>
          <p:cNvSpPr/>
          <p:nvPr/>
        </p:nvSpPr>
        <p:spPr>
          <a:xfrm>
            <a:off x="4714875" y="666750"/>
            <a:ext cx="1047750" cy="76200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ap star24"/>
          <p:cNvSpPr/>
          <p:nvPr/>
        </p:nvSpPr>
        <p:spPr>
          <a:xfrm>
            <a:off x="452437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star24</a:t>
            </a:r>
            <a:endParaRPr lang="en-US" dirty="0"/>
          </a:p>
        </p:txBody>
      </p:sp>
      <p:sp>
        <p:nvSpPr>
          <p:cNvPr id="11" name="star32"/>
          <p:cNvSpPr/>
          <p:nvPr/>
        </p:nvSpPr>
        <p:spPr>
          <a:xfrm>
            <a:off x="6191250" y="666750"/>
            <a:ext cx="1047750" cy="762000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p star32"/>
          <p:cNvSpPr/>
          <p:nvPr/>
        </p:nvSpPr>
        <p:spPr>
          <a:xfrm>
            <a:off x="600075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star32</a:t>
            </a:r>
            <a:endParaRPr lang="en-US" dirty="0"/>
          </a:p>
        </p:txBody>
      </p:sp>
      <p:sp>
        <p:nvSpPr>
          <p:cNvPr id="13" name="star4"/>
          <p:cNvSpPr/>
          <p:nvPr/>
        </p:nvSpPr>
        <p:spPr>
          <a:xfrm>
            <a:off x="7667625" y="666750"/>
            <a:ext cx="1047750" cy="762000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ap star4"/>
          <p:cNvSpPr/>
          <p:nvPr/>
        </p:nvSpPr>
        <p:spPr>
          <a:xfrm>
            <a:off x="747712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star4</a:t>
            </a:r>
            <a:endParaRPr lang="en-US" dirty="0"/>
          </a:p>
        </p:txBody>
      </p:sp>
      <p:sp>
        <p:nvSpPr>
          <p:cNvPr id="15" name="star5"/>
          <p:cNvSpPr/>
          <p:nvPr/>
        </p:nvSpPr>
        <p:spPr>
          <a:xfrm>
            <a:off x="9144000" y="666750"/>
            <a:ext cx="1047750" cy="762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cap star5"/>
          <p:cNvSpPr/>
          <p:nvPr/>
        </p:nvSpPr>
        <p:spPr>
          <a:xfrm>
            <a:off x="8953500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star5</a:t>
            </a:r>
            <a:endParaRPr lang="en-US" dirty="0"/>
          </a:p>
        </p:txBody>
      </p:sp>
      <p:sp>
        <p:nvSpPr>
          <p:cNvPr id="17" name="star6"/>
          <p:cNvSpPr/>
          <p:nvPr/>
        </p:nvSpPr>
        <p:spPr>
          <a:xfrm>
            <a:off x="10620375" y="666750"/>
            <a:ext cx="1047750" cy="76200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cap star6"/>
          <p:cNvSpPr/>
          <p:nvPr/>
        </p:nvSpPr>
        <p:spPr>
          <a:xfrm>
            <a:off x="10429875" y="14668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star6</a:t>
            </a:r>
            <a:endParaRPr lang="en-US" dirty="0"/>
          </a:p>
        </p:txBody>
      </p:sp>
      <p:sp>
        <p:nvSpPr>
          <p:cNvPr id="19" name="star7"/>
          <p:cNvSpPr/>
          <p:nvPr/>
        </p:nvSpPr>
        <p:spPr>
          <a:xfrm>
            <a:off x="285750" y="1885950"/>
            <a:ext cx="1047750" cy="762000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cap star7"/>
          <p:cNvSpPr/>
          <p:nvPr/>
        </p:nvSpPr>
        <p:spPr>
          <a:xfrm>
            <a:off x="9525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star7</a:t>
            </a:r>
            <a:endParaRPr lang="en-US" dirty="0"/>
          </a:p>
        </p:txBody>
      </p:sp>
      <p:sp>
        <p:nvSpPr>
          <p:cNvPr id="21" name="star8"/>
          <p:cNvSpPr/>
          <p:nvPr/>
        </p:nvSpPr>
        <p:spPr>
          <a:xfrm>
            <a:off x="1762125" y="1885950"/>
            <a:ext cx="1047750" cy="762000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cap star8"/>
          <p:cNvSpPr/>
          <p:nvPr/>
        </p:nvSpPr>
        <p:spPr>
          <a:xfrm>
            <a:off x="157162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star8</a:t>
            </a:r>
            <a:endParaRPr lang="en-US" dirty="0"/>
          </a:p>
        </p:txBody>
      </p:sp>
      <p:sp>
        <p:nvSpPr>
          <p:cNvPr id="23" name="straightConnector1"/>
          <p:cNvSpPr/>
          <p:nvPr/>
        </p:nvSpPr>
        <p:spPr>
          <a:xfrm>
            <a:off x="3238500" y="1885950"/>
            <a:ext cx="1047750" cy="7620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cap straightConnector1"/>
          <p:cNvSpPr/>
          <p:nvPr/>
        </p:nvSpPr>
        <p:spPr>
          <a:xfrm>
            <a:off x="304800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straightConnector1</a:t>
            </a:r>
            <a:endParaRPr lang="en-US" dirty="0"/>
          </a:p>
        </p:txBody>
      </p:sp>
      <p:sp>
        <p:nvSpPr>
          <p:cNvPr id="25" name="stripedRightArrow"/>
          <p:cNvSpPr/>
          <p:nvPr/>
        </p:nvSpPr>
        <p:spPr>
          <a:xfrm>
            <a:off x="4714875" y="1885950"/>
            <a:ext cx="1047750" cy="76200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cap stripedRightArrow"/>
          <p:cNvSpPr/>
          <p:nvPr/>
        </p:nvSpPr>
        <p:spPr>
          <a:xfrm>
            <a:off x="452437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stripedRightArrow</a:t>
            </a:r>
            <a:endParaRPr lang="en-US" dirty="0"/>
          </a:p>
        </p:txBody>
      </p:sp>
      <p:sp>
        <p:nvSpPr>
          <p:cNvPr id="27" name="sun"/>
          <p:cNvSpPr/>
          <p:nvPr/>
        </p:nvSpPr>
        <p:spPr>
          <a:xfrm>
            <a:off x="6191250" y="1885950"/>
            <a:ext cx="1047750" cy="762000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cap sun"/>
          <p:cNvSpPr/>
          <p:nvPr/>
        </p:nvSpPr>
        <p:spPr>
          <a:xfrm>
            <a:off x="600075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sun</a:t>
            </a:r>
            <a:endParaRPr lang="en-US" dirty="0"/>
          </a:p>
        </p:txBody>
      </p:sp>
      <p:sp>
        <p:nvSpPr>
          <p:cNvPr id="29" name="swooshArrow"/>
          <p:cNvSpPr/>
          <p:nvPr/>
        </p:nvSpPr>
        <p:spPr>
          <a:xfrm>
            <a:off x="7667625" y="1885950"/>
            <a:ext cx="1047750" cy="762000"/>
          </a:xfrm>
          <a:prstGeom prst="swoosh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cap swooshArrow"/>
          <p:cNvSpPr/>
          <p:nvPr/>
        </p:nvSpPr>
        <p:spPr>
          <a:xfrm>
            <a:off x="747712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swooshArrow</a:t>
            </a:r>
            <a:endParaRPr lang="en-US" dirty="0"/>
          </a:p>
        </p:txBody>
      </p:sp>
      <p:sp>
        <p:nvSpPr>
          <p:cNvPr id="31" name="teardrop"/>
          <p:cNvSpPr/>
          <p:nvPr/>
        </p:nvSpPr>
        <p:spPr>
          <a:xfrm>
            <a:off x="9144000" y="1885950"/>
            <a:ext cx="1047750" cy="762000"/>
          </a:xfrm>
          <a:prstGeom prst="teardro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cap teardrop"/>
          <p:cNvSpPr/>
          <p:nvPr/>
        </p:nvSpPr>
        <p:spPr>
          <a:xfrm>
            <a:off x="8953500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teardrop</a:t>
            </a:r>
            <a:endParaRPr lang="en-US" dirty="0"/>
          </a:p>
        </p:txBody>
      </p:sp>
      <p:sp>
        <p:nvSpPr>
          <p:cNvPr id="33" name="trapezoid"/>
          <p:cNvSpPr/>
          <p:nvPr/>
        </p:nvSpPr>
        <p:spPr>
          <a:xfrm>
            <a:off x="10620375" y="1885950"/>
            <a:ext cx="1047750" cy="762000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cap trapezoid"/>
          <p:cNvSpPr/>
          <p:nvPr/>
        </p:nvSpPr>
        <p:spPr>
          <a:xfrm>
            <a:off x="10429875" y="26860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trapezoid</a:t>
            </a:r>
            <a:endParaRPr lang="en-US" dirty="0"/>
          </a:p>
        </p:txBody>
      </p:sp>
      <p:sp>
        <p:nvSpPr>
          <p:cNvPr id="35" name="triangle"/>
          <p:cNvSpPr/>
          <p:nvPr/>
        </p:nvSpPr>
        <p:spPr>
          <a:xfrm>
            <a:off x="285750" y="3105150"/>
            <a:ext cx="1047750" cy="762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cap triangle"/>
          <p:cNvSpPr/>
          <p:nvPr/>
        </p:nvSpPr>
        <p:spPr>
          <a:xfrm>
            <a:off x="9525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triangle</a:t>
            </a:r>
            <a:endParaRPr lang="en-US" dirty="0"/>
          </a:p>
        </p:txBody>
      </p:sp>
      <p:sp>
        <p:nvSpPr>
          <p:cNvPr id="37" name="upArrowCallout"/>
          <p:cNvSpPr/>
          <p:nvPr/>
        </p:nvSpPr>
        <p:spPr>
          <a:xfrm>
            <a:off x="1762125" y="3105150"/>
            <a:ext cx="1047750" cy="7620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cap upArrowCallout"/>
          <p:cNvSpPr/>
          <p:nvPr/>
        </p:nvSpPr>
        <p:spPr>
          <a:xfrm>
            <a:off x="157162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upArrowCallout</a:t>
            </a:r>
            <a:endParaRPr lang="en-US" dirty="0"/>
          </a:p>
        </p:txBody>
      </p:sp>
      <p:sp>
        <p:nvSpPr>
          <p:cNvPr id="39" name="upDownArrow"/>
          <p:cNvSpPr/>
          <p:nvPr/>
        </p:nvSpPr>
        <p:spPr>
          <a:xfrm>
            <a:off x="3238500" y="3105150"/>
            <a:ext cx="1047750" cy="7620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cap upDownArrow"/>
          <p:cNvSpPr/>
          <p:nvPr/>
        </p:nvSpPr>
        <p:spPr>
          <a:xfrm>
            <a:off x="304800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upDownArrow</a:t>
            </a:r>
            <a:endParaRPr lang="en-US" dirty="0"/>
          </a:p>
        </p:txBody>
      </p:sp>
      <p:sp>
        <p:nvSpPr>
          <p:cNvPr id="41" name="upArrow"/>
          <p:cNvSpPr/>
          <p:nvPr/>
        </p:nvSpPr>
        <p:spPr>
          <a:xfrm>
            <a:off x="4714875" y="3105150"/>
            <a:ext cx="1047750" cy="762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" name="cap upArrow"/>
          <p:cNvSpPr/>
          <p:nvPr/>
        </p:nvSpPr>
        <p:spPr>
          <a:xfrm>
            <a:off x="452437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upArrow</a:t>
            </a:r>
            <a:endParaRPr lang="en-US" dirty="0"/>
          </a:p>
        </p:txBody>
      </p:sp>
      <p:sp>
        <p:nvSpPr>
          <p:cNvPr id="43" name="upDownArrowCallout"/>
          <p:cNvSpPr/>
          <p:nvPr/>
        </p:nvSpPr>
        <p:spPr>
          <a:xfrm>
            <a:off x="6191250" y="3105150"/>
            <a:ext cx="1047750" cy="762000"/>
          </a:xfrm>
          <a:prstGeom prst="up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" name="cap upDownArrowCallout"/>
          <p:cNvSpPr/>
          <p:nvPr/>
        </p:nvSpPr>
        <p:spPr>
          <a:xfrm>
            <a:off x="600075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upDownArrowCallout</a:t>
            </a:r>
            <a:endParaRPr lang="en-US" dirty="0"/>
          </a:p>
        </p:txBody>
      </p:sp>
      <p:sp>
        <p:nvSpPr>
          <p:cNvPr id="45" name="uturnArrow"/>
          <p:cNvSpPr/>
          <p:nvPr/>
        </p:nvSpPr>
        <p:spPr>
          <a:xfrm>
            <a:off x="7667625" y="3105150"/>
            <a:ext cx="1047750" cy="762000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" name="cap uturnArrow"/>
          <p:cNvSpPr/>
          <p:nvPr/>
        </p:nvSpPr>
        <p:spPr>
          <a:xfrm>
            <a:off x="747712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uturnArrow</a:t>
            </a:r>
            <a:endParaRPr lang="en-US" dirty="0"/>
          </a:p>
        </p:txBody>
      </p:sp>
      <p:sp>
        <p:nvSpPr>
          <p:cNvPr id="47" name="verticalScroll"/>
          <p:cNvSpPr/>
          <p:nvPr/>
        </p:nvSpPr>
        <p:spPr>
          <a:xfrm>
            <a:off x="9144000" y="3105150"/>
            <a:ext cx="1047750" cy="762000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cap verticalScroll"/>
          <p:cNvSpPr/>
          <p:nvPr/>
        </p:nvSpPr>
        <p:spPr>
          <a:xfrm>
            <a:off x="8953500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verticalScroll</a:t>
            </a:r>
            <a:endParaRPr lang="en-US" dirty="0"/>
          </a:p>
        </p:txBody>
      </p:sp>
      <p:sp>
        <p:nvSpPr>
          <p:cNvPr id="49" name="wave"/>
          <p:cNvSpPr/>
          <p:nvPr/>
        </p:nvSpPr>
        <p:spPr>
          <a:xfrm>
            <a:off x="10620375" y="3105150"/>
            <a:ext cx="1047750" cy="762000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cap wave"/>
          <p:cNvSpPr/>
          <p:nvPr/>
        </p:nvSpPr>
        <p:spPr>
          <a:xfrm>
            <a:off x="10429875" y="39052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wave</a:t>
            </a:r>
            <a:endParaRPr lang="en-US" dirty="0"/>
          </a:p>
        </p:txBody>
      </p:sp>
      <p:sp>
        <p:nvSpPr>
          <p:cNvPr id="51" name="wedgeEllipseCallout"/>
          <p:cNvSpPr/>
          <p:nvPr/>
        </p:nvSpPr>
        <p:spPr>
          <a:xfrm>
            <a:off x="285750" y="4324350"/>
            <a:ext cx="1047750" cy="76200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cap wedgeEllipseCallout"/>
          <p:cNvSpPr/>
          <p:nvPr/>
        </p:nvSpPr>
        <p:spPr>
          <a:xfrm>
            <a:off x="9525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wedgeEllipseCallout</a:t>
            </a:r>
            <a:endParaRPr lang="en-US" dirty="0"/>
          </a:p>
        </p:txBody>
      </p:sp>
      <p:sp>
        <p:nvSpPr>
          <p:cNvPr id="53" name="wedgeRectCallout"/>
          <p:cNvSpPr/>
          <p:nvPr/>
        </p:nvSpPr>
        <p:spPr>
          <a:xfrm>
            <a:off x="1762125" y="4324350"/>
            <a:ext cx="1047750" cy="7620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" name="cap wedgeRectCallout"/>
          <p:cNvSpPr/>
          <p:nvPr/>
        </p:nvSpPr>
        <p:spPr>
          <a:xfrm>
            <a:off x="1571625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wedgeRectCallout</a:t>
            </a:r>
            <a:endParaRPr lang="en-US" dirty="0"/>
          </a:p>
        </p:txBody>
      </p:sp>
      <p:sp>
        <p:nvSpPr>
          <p:cNvPr id="55" name="wedgeRoundRectCallout"/>
          <p:cNvSpPr/>
          <p:nvPr/>
        </p:nvSpPr>
        <p:spPr>
          <a:xfrm>
            <a:off x="3238500" y="4324350"/>
            <a:ext cx="1047750" cy="76200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cap wedgeRoundRectCallout"/>
          <p:cNvSpPr/>
          <p:nvPr/>
        </p:nvSpPr>
        <p:spPr>
          <a:xfrm>
            <a:off x="3048000" y="5124450"/>
            <a:ext cx="1428750" cy="2095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en-US" dirty="0" sz="900"/>
              <a:t>wedgeRoundRectCallout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Custom geome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Custom geometry (moveTo, lnTo, arcTo, quadBezTo, cubicBezTo, close, guides)</a:t>
            </a:r>
            <a:endParaRPr lang="en-US" dirty="0"/>
          </a:p>
        </p:txBody>
      </p:sp>
      <p:sp>
        <p:nvSpPr>
          <p:cNvPr id="3" name="tri"/>
          <p:cNvSpPr/>
          <p:nvPr/>
        </p:nvSpPr>
        <p:spPr>
          <a:xfrm>
            <a:off x="571500" y="952500"/>
            <a:ext cx="2286000" cy="2286000"/>
          </a:xfrm>
          <a:custGeom>
            <a:avLst/>
            <a:gdLst>
              <a:gd name="hx" fmla="*/ w 1 2"/>
            </a:gdLst>
            <a:ahLst/>
            <a:cxnLst/>
            <a:rect l="l" t="t" r="r" b="b"/>
            <a:pathLst>
              <a:path w="200" h="200">
                <a:moveTo>
                  <a:pt x="0" y="200"/>
                </a:moveTo>
                <a:lnTo>
                  <a:pt x="100" y="0"/>
                </a:lnTo>
                <a:lnTo>
                  <a:pt x="200" y="200"/>
                </a:lnTo>
                <a:close/>
              </a:path>
            </a:pathLst>
          </a:cu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urve"/>
          <p:cNvSpPr/>
          <p:nvPr/>
        </p:nvSpPr>
        <p:spPr>
          <a:xfrm>
            <a:off x="3429000" y="1143000"/>
            <a:ext cx="3810000" cy="1905000"/>
          </a:xfrm>
          <a:custGeom>
            <a:avLst/>
            <a:gdLst/>
            <a:ahLst/>
            <a:cxnLst/>
            <a:rect l="l" t="t" r="r" b="b"/>
            <a:pathLst>
              <a:path w="400" h="200">
                <a:moveTo>
                  <a:pt x="0" y="100"/>
                </a:moveTo>
                <a:cubicBezTo>
                  <a:pt x="100" y="-50"/>
                  <a:pt x="300" y="250"/>
                  <a:pt x="400" y="100"/>
                </a:cubicBezTo>
                <a:lnTo>
                  <a:pt x="400" y="200"/>
                </a:lnTo>
                <a:quadBezTo>
                  <a:pt x="200" y="120"/>
                  <a:pt x="0" y="200"/>
                </a:quadBezTo>
                <a:close/>
              </a:path>
            </a:pathLst>
          </a:custGeom>
          <a:solidFill>
            <a:srgbClr val="70AD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"/>
          <p:cNvSpPr/>
          <p:nvPr/>
        </p:nvSpPr>
        <p:spPr>
          <a:xfrm>
            <a:off x="7810500" y="95250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00" h="200">
                <a:moveTo>
                  <a:pt x="100" y="0"/>
                </a:moveTo>
                <a:arcTo wR="100" hR="100" stAng="16200000" swAng="10800000"/>
                <a:lnTo>
                  <a:pt x="100" y="100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multipath"/>
          <p:cNvSpPr/>
          <p:nvPr/>
        </p:nvSpPr>
        <p:spPr>
          <a:xfrm>
            <a:off x="952500" y="4000500"/>
            <a:ext cx="2095500" cy="2095500"/>
          </a:xfrm>
          <a:custGeom>
            <a:avLst/>
            <a:gdLst/>
            <a:ahLst/>
            <a:cxnLst/>
            <a:rect l="l" t="t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00"/>
                </a:lnTo>
                <a:lnTo>
                  <a:pt x="0" y="100"/>
                </a:lnTo>
                <a:close/>
              </a:path>
              <a:path w="100" h="100" fill="none">
                <a:moveTo>
                  <a:pt x="0" y="0"/>
                </a:moveTo>
                <a:lnTo>
                  <a:pt x="100" y="100"/>
                </a:lnTo>
              </a:path>
              <a:path w="100" h="100" fill="darken" stroke="0">
                <a:moveTo>
                  <a:pt x="50" y="0"/>
                </a:moveTo>
                <a:lnTo>
                  <a:pt x="100" y="0"/>
                </a:lnTo>
                <a:lnTo>
                  <a:pt x="100" y="50"/>
                </a:lnTo>
                <a:close/>
              </a:path>
            </a:pathLst>
          </a:custGeom>
          <a:solidFill>
            <a:srgbClr val="5B9BD5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Solid f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Solid fills: srgb, scheme (+transforms), sys, prst, hsl, scrgb, alpha</a:t>
            </a:r>
            <a:endParaRPr lang="en-US" dirty="0"/>
          </a:p>
        </p:txBody>
      </p:sp>
      <p:sp>
        <p:nvSpPr>
          <p:cNvPr id="3" name="srgb FF0000"/>
          <p:cNvSpPr/>
          <p:nvPr/>
        </p:nvSpPr>
        <p:spPr>
          <a:xfrm>
            <a:off x="285750" y="762000"/>
            <a:ext cx="1714500" cy="133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ap"/>
          <p:cNvSpPr/>
          <p:nvPr/>
        </p:nvSpPr>
        <p:spPr>
          <a:xfrm>
            <a:off x="285750" y="21431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srgb FF0000</a:t>
            </a:r>
            <a:endParaRPr lang="en-US" dirty="0"/>
          </a:p>
        </p:txBody>
      </p:sp>
      <p:sp>
        <p:nvSpPr>
          <p:cNvPr id="5" name="scheme accent1"/>
          <p:cNvSpPr/>
          <p:nvPr/>
        </p:nvSpPr>
        <p:spPr>
          <a:xfrm>
            <a:off x="2238375" y="762000"/>
            <a:ext cx="1714500" cy="133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ap"/>
          <p:cNvSpPr/>
          <p:nvPr/>
        </p:nvSpPr>
        <p:spPr>
          <a:xfrm>
            <a:off x="2238375" y="21431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scheme accent1</a:t>
            </a:r>
            <a:endParaRPr lang="en-US" dirty="0"/>
          </a:p>
        </p:txBody>
      </p:sp>
      <p:sp>
        <p:nvSpPr>
          <p:cNvPr id="7" name="accent2 lumMod60 lumOff40"/>
          <p:cNvSpPr/>
          <p:nvPr/>
        </p:nvSpPr>
        <p:spPr>
          <a:xfrm>
            <a:off x="4191000" y="762000"/>
            <a:ext cx="1714500" cy="1333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ap"/>
          <p:cNvSpPr/>
          <p:nvPr/>
        </p:nvSpPr>
        <p:spPr>
          <a:xfrm>
            <a:off x="4191000" y="21431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accent2 lumMod60 lumOff40</a:t>
            </a:r>
            <a:endParaRPr lang="en-US" dirty="0"/>
          </a:p>
        </p:txBody>
      </p:sp>
      <p:sp>
        <p:nvSpPr>
          <p:cNvPr id="9" name="accent1 lumMod75"/>
          <p:cNvSpPr/>
          <p:nvPr/>
        </p:nvSpPr>
        <p:spPr>
          <a:xfrm>
            <a:off x="6143625" y="762000"/>
            <a:ext cx="1714500" cy="1333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ap"/>
          <p:cNvSpPr/>
          <p:nvPr/>
        </p:nvSpPr>
        <p:spPr>
          <a:xfrm>
            <a:off x="6143625" y="21431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accent1 lumMod75</a:t>
            </a:r>
            <a:endParaRPr lang="en-US" dirty="0"/>
          </a:p>
        </p:txBody>
      </p:sp>
      <p:sp>
        <p:nvSpPr>
          <p:cNvPr id="11" name="accent6 shade 50%"/>
          <p:cNvSpPr/>
          <p:nvPr/>
        </p:nvSpPr>
        <p:spPr>
          <a:xfrm>
            <a:off x="8096250" y="762000"/>
            <a:ext cx="1714500" cy="1333500"/>
          </a:xfrm>
          <a:prstGeom prst="rect">
            <a:avLst/>
          </a:prstGeom>
          <a:solidFill>
            <a:schemeClr val="accent6">
              <a:shade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p"/>
          <p:cNvSpPr/>
          <p:nvPr/>
        </p:nvSpPr>
        <p:spPr>
          <a:xfrm>
            <a:off x="8096250" y="21431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accent6 shade 50%</a:t>
            </a:r>
            <a:endParaRPr lang="en-US" dirty="0"/>
          </a:p>
        </p:txBody>
      </p:sp>
      <p:sp>
        <p:nvSpPr>
          <p:cNvPr id="13" name="accent4 tint 50%"/>
          <p:cNvSpPr/>
          <p:nvPr/>
        </p:nvSpPr>
        <p:spPr>
          <a:xfrm>
            <a:off x="10048875" y="762000"/>
            <a:ext cx="1714500" cy="1333500"/>
          </a:xfrm>
          <a:prstGeom prst="rect">
            <a:avLst/>
          </a:prstGeom>
          <a:solidFill>
            <a:schemeClr val="accent4">
              <a:tint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ap"/>
          <p:cNvSpPr/>
          <p:nvPr/>
        </p:nvSpPr>
        <p:spPr>
          <a:xfrm>
            <a:off x="10048875" y="21431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accent4 tint 50%</a:t>
            </a:r>
            <a:endParaRPr lang="en-US" dirty="0"/>
          </a:p>
        </p:txBody>
      </p:sp>
      <p:sp>
        <p:nvSpPr>
          <p:cNvPr id="15" name="sysClr windowText"/>
          <p:cNvSpPr/>
          <p:nvPr/>
        </p:nvSpPr>
        <p:spPr>
          <a:xfrm>
            <a:off x="285750" y="2762250"/>
            <a:ext cx="1714500" cy="1333500"/>
          </a:xfrm>
          <a:prstGeom prst="rect">
            <a:avLst/>
          </a:prstGeom>
          <a:solidFill>
            <a:sysClr val="windowText" lastClr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cap"/>
          <p:cNvSpPr/>
          <p:nvPr/>
        </p:nvSpPr>
        <p:spPr>
          <a:xfrm>
            <a:off x="285750" y="414337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sysClr windowText</a:t>
            </a:r>
            <a:endParaRPr lang="en-US" dirty="0"/>
          </a:p>
        </p:txBody>
      </p:sp>
      <p:sp>
        <p:nvSpPr>
          <p:cNvPr id="17" name="prstClr orange"/>
          <p:cNvSpPr/>
          <p:nvPr/>
        </p:nvSpPr>
        <p:spPr>
          <a:xfrm>
            <a:off x="2238375" y="2762250"/>
            <a:ext cx="1714500" cy="1333500"/>
          </a:xfrm>
          <a:prstGeom prst="rect">
            <a:avLst/>
          </a:prstGeom>
          <a:solidFill>
            <a:prstClr val="orang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cap"/>
          <p:cNvSpPr/>
          <p:nvPr/>
        </p:nvSpPr>
        <p:spPr>
          <a:xfrm>
            <a:off x="2238375" y="414337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prstClr orange</a:t>
            </a:r>
            <a:endParaRPr lang="en-US" dirty="0"/>
          </a:p>
        </p:txBody>
      </p:sp>
      <p:sp>
        <p:nvSpPr>
          <p:cNvPr id="19" name="hslClr 120/100/50"/>
          <p:cNvSpPr/>
          <p:nvPr/>
        </p:nvSpPr>
        <p:spPr>
          <a:xfrm>
            <a:off x="4191000" y="2762250"/>
            <a:ext cx="1714500" cy="1333500"/>
          </a:xfrm>
          <a:prstGeom prst="rect">
            <a:avLst/>
          </a:prstGeom>
          <a:solidFill>
            <a:hslClr hue="7200000" sat="100000" lum="5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cap"/>
          <p:cNvSpPr/>
          <p:nvPr/>
        </p:nvSpPr>
        <p:spPr>
          <a:xfrm>
            <a:off x="4191000" y="414337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hslClr 120/100/50</a:t>
            </a:r>
            <a:endParaRPr lang="en-US" dirty="0"/>
          </a:p>
        </p:txBody>
      </p:sp>
      <p:sp>
        <p:nvSpPr>
          <p:cNvPr id="21" name="scrgbClr blue"/>
          <p:cNvSpPr/>
          <p:nvPr/>
        </p:nvSpPr>
        <p:spPr>
          <a:xfrm>
            <a:off x="6143625" y="2762250"/>
            <a:ext cx="1714500" cy="1333500"/>
          </a:xfrm>
          <a:prstGeom prst="rect">
            <a:avLst/>
          </a:prstGeom>
          <a:solidFill>
            <a:scrgbClr r="0" g="0" b="1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cap"/>
          <p:cNvSpPr/>
          <p:nvPr/>
        </p:nvSpPr>
        <p:spPr>
          <a:xfrm>
            <a:off x="6143625" y="414337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scrgbClr blue</a:t>
            </a:r>
            <a:endParaRPr lang="en-US" dirty="0"/>
          </a:p>
        </p:txBody>
      </p:sp>
      <p:sp>
        <p:nvSpPr>
          <p:cNvPr id="23" name="alpha 50% on white"/>
          <p:cNvSpPr/>
          <p:nvPr/>
        </p:nvSpPr>
        <p:spPr>
          <a:xfrm>
            <a:off x="8096250" y="2762250"/>
            <a:ext cx="1714500" cy="1333500"/>
          </a:xfrm>
          <a:prstGeom prst="rect">
            <a:avLst/>
          </a:prstGeom>
          <a:solidFill>
            <a:srgbClr val="0000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cap"/>
          <p:cNvSpPr/>
          <p:nvPr/>
        </p:nvSpPr>
        <p:spPr>
          <a:xfrm>
            <a:off x="8096250" y="414337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alpha 50% on white</a:t>
            </a:r>
            <a:endParaRPr lang="en-US" dirty="0"/>
          </a:p>
        </p:txBody>
      </p:sp>
      <p:sp>
        <p:nvSpPr>
          <p:cNvPr id="25" name="inv of 00FFFF"/>
          <p:cNvSpPr/>
          <p:nvPr/>
        </p:nvSpPr>
        <p:spPr>
          <a:xfrm>
            <a:off x="10048875" y="2762250"/>
            <a:ext cx="1714500" cy="1333500"/>
          </a:xfrm>
          <a:prstGeom prst="rect">
            <a:avLst/>
          </a:prstGeom>
          <a:solidFill>
            <a:srgbClr val="00FFFF">
              <a:inv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cap"/>
          <p:cNvSpPr/>
          <p:nvPr/>
        </p:nvSpPr>
        <p:spPr>
          <a:xfrm>
            <a:off x="10048875" y="414337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inv of 00FFFF</a:t>
            </a:r>
            <a:endParaRPr lang="en-US" dirty="0"/>
          </a:p>
        </p:txBody>
      </p:sp>
      <p:sp>
        <p:nvSpPr>
          <p:cNvPr id="27" name="comp of red"/>
          <p:cNvSpPr/>
          <p:nvPr/>
        </p:nvSpPr>
        <p:spPr>
          <a:xfrm>
            <a:off x="285750" y="4762500"/>
            <a:ext cx="1714500" cy="1333500"/>
          </a:xfrm>
          <a:prstGeom prst="rect">
            <a:avLst/>
          </a:prstGeom>
          <a:solidFill>
            <a:srgbClr val="FF0000">
              <a:comp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cap"/>
          <p:cNvSpPr/>
          <p:nvPr/>
        </p:nvSpPr>
        <p:spPr>
          <a:xfrm>
            <a:off x="285750" y="61436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comp of red</a:t>
            </a:r>
            <a:endParaRPr lang="en-US" dirty="0"/>
          </a:p>
        </p:txBody>
      </p:sp>
      <p:sp>
        <p:nvSpPr>
          <p:cNvPr id="29" name="gray of green"/>
          <p:cNvSpPr/>
          <p:nvPr/>
        </p:nvSpPr>
        <p:spPr>
          <a:xfrm>
            <a:off x="2238375" y="4762500"/>
            <a:ext cx="1714500" cy="1333500"/>
          </a:xfrm>
          <a:prstGeom prst="rect">
            <a:avLst/>
          </a:prstGeom>
          <a:solidFill>
            <a:srgbClr val="00FF00">
              <a:gray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cap"/>
          <p:cNvSpPr/>
          <p:nvPr/>
        </p:nvSpPr>
        <p:spPr>
          <a:xfrm>
            <a:off x="2238375" y="61436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gray of green</a:t>
            </a:r>
            <a:endParaRPr lang="en-US" dirty="0"/>
          </a:p>
        </p:txBody>
      </p:sp>
      <p:sp>
        <p:nvSpPr>
          <p:cNvPr id="31" name="hueOff +120"/>
          <p:cNvSpPr/>
          <p:nvPr/>
        </p:nvSpPr>
        <p:spPr>
          <a:xfrm>
            <a:off x="4191000" y="4762500"/>
            <a:ext cx="1714500" cy="1333500"/>
          </a:xfrm>
          <a:prstGeom prst="rect">
            <a:avLst/>
          </a:prstGeom>
          <a:solidFill>
            <a:srgbClr val="FF0000">
              <a:hueOff val="72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cap"/>
          <p:cNvSpPr/>
          <p:nvPr/>
        </p:nvSpPr>
        <p:spPr>
          <a:xfrm>
            <a:off x="4191000" y="61436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hueOff +120</a:t>
            </a:r>
            <a:endParaRPr lang="en-US" dirty="0"/>
          </a:p>
        </p:txBody>
      </p:sp>
      <p:sp>
        <p:nvSpPr>
          <p:cNvPr id="33" name="satMod 0"/>
          <p:cNvSpPr/>
          <p:nvPr/>
        </p:nvSpPr>
        <p:spPr>
          <a:xfrm>
            <a:off x="6143625" y="4762500"/>
            <a:ext cx="1714500" cy="1333500"/>
          </a:xfrm>
          <a:prstGeom prst="rect">
            <a:avLst/>
          </a:prstGeom>
          <a:solidFill>
            <a:srgbClr val="FF0000">
              <a:satMod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cap"/>
          <p:cNvSpPr/>
          <p:nvPr/>
        </p:nvSpPr>
        <p:spPr>
          <a:xfrm>
            <a:off x="6143625" y="61436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satMod 0</a:t>
            </a:r>
            <a:endParaRPr lang="en-US" dirty="0"/>
          </a:p>
        </p:txBody>
      </p:sp>
      <p:sp>
        <p:nvSpPr>
          <p:cNvPr id="35" name="bg2 (lt2)"/>
          <p:cNvSpPr/>
          <p:nvPr/>
        </p:nvSpPr>
        <p:spPr>
          <a:xfrm>
            <a:off x="8096250" y="4762500"/>
            <a:ext cx="1714500" cy="133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cap"/>
          <p:cNvSpPr/>
          <p:nvPr/>
        </p:nvSpPr>
        <p:spPr>
          <a:xfrm>
            <a:off x="8096250" y="61436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bg2 (lt2)</a:t>
            </a:r>
            <a:endParaRPr lang="en-US" dirty="0"/>
          </a:p>
        </p:txBody>
      </p:sp>
      <p:sp>
        <p:nvSpPr>
          <p:cNvPr id="37" name="tx2 (dk2)"/>
          <p:cNvSpPr/>
          <p:nvPr/>
        </p:nvSpPr>
        <p:spPr>
          <a:xfrm>
            <a:off x="10048875" y="4762500"/>
            <a:ext cx="1714500" cy="133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cap"/>
          <p:cNvSpPr/>
          <p:nvPr/>
        </p:nvSpPr>
        <p:spPr>
          <a:xfrm>
            <a:off x="10048875" y="6143625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tx2 (dk2)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Grad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Gradient fills: linear angles (scaled/unscaled), radial, rect, path, multi-stop, alpha</a:t>
            </a:r>
            <a:endParaRPr lang="en-US" dirty="0"/>
          </a:p>
        </p:txBody>
      </p:sp>
      <p:sp>
        <p:nvSpPr>
          <p:cNvPr id="3" name="lin 0"/>
          <p:cNvSpPr/>
          <p:nvPr/>
        </p:nvSpPr>
        <p:spPr>
          <a:xfrm>
            <a:off x="285750" y="762000"/>
            <a:ext cx="1714500" cy="13335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0000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ap"/>
          <p:cNvSpPr/>
          <p:nvPr/>
        </p:nvSpPr>
        <p:spPr>
          <a:xfrm>
            <a:off x="285750" y="21907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lin 0</a:t>
            </a:r>
            <a:endParaRPr lang="en-US" dirty="0"/>
          </a:p>
        </p:txBody>
      </p:sp>
      <p:sp>
        <p:nvSpPr>
          <p:cNvPr id="5" name="lin 90"/>
          <p:cNvSpPr/>
          <p:nvPr/>
        </p:nvSpPr>
        <p:spPr>
          <a:xfrm>
            <a:off x="2238375" y="762000"/>
            <a:ext cx="1714500" cy="13335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0000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ap"/>
          <p:cNvSpPr/>
          <p:nvPr/>
        </p:nvSpPr>
        <p:spPr>
          <a:xfrm>
            <a:off x="2238375" y="21907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lin 90</a:t>
            </a:r>
            <a:endParaRPr lang="en-US" dirty="0"/>
          </a:p>
        </p:txBody>
      </p:sp>
      <p:sp>
        <p:nvSpPr>
          <p:cNvPr id="7" name="lin 45 scaled"/>
          <p:cNvSpPr/>
          <p:nvPr/>
        </p:nvSpPr>
        <p:spPr>
          <a:xfrm>
            <a:off x="4191000" y="762000"/>
            <a:ext cx="1714500" cy="1333500"/>
          </a:xfrm>
          <a:prstGeom prst="rect">
            <a:avLst/>
          </a:prstGeom>
          <a:gradFill>
            <a:gsLst>
              <a:gs pos="0">
                <a:srgbClr val="FFFF00"/>
              </a:gs>
              <a:gs pos="100000">
                <a:srgbClr val="00B0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ap"/>
          <p:cNvSpPr/>
          <p:nvPr/>
        </p:nvSpPr>
        <p:spPr>
          <a:xfrm>
            <a:off x="4191000" y="21907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lin 45 scaled</a:t>
            </a:r>
            <a:endParaRPr lang="en-US" dirty="0"/>
          </a:p>
        </p:txBody>
      </p:sp>
      <p:sp>
        <p:nvSpPr>
          <p:cNvPr id="9" name="lin 135"/>
          <p:cNvSpPr/>
          <p:nvPr/>
        </p:nvSpPr>
        <p:spPr>
          <a:xfrm>
            <a:off x="6143625" y="762000"/>
            <a:ext cx="1714500" cy="1333500"/>
          </a:xfrm>
          <a:prstGeom prst="rect">
            <a:avLst/>
          </a:prstGeom>
          <a:gradFill>
            <a:gsLst>
              <a:gs pos="0">
                <a:srgbClr val="7030A0"/>
              </a:gs>
              <a:gs pos="100000">
                <a:srgbClr val="FFC000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ap"/>
          <p:cNvSpPr/>
          <p:nvPr/>
        </p:nvSpPr>
        <p:spPr>
          <a:xfrm>
            <a:off x="6143625" y="21907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lin 135</a:t>
            </a:r>
            <a:endParaRPr lang="en-US" dirty="0"/>
          </a:p>
        </p:txBody>
      </p:sp>
      <p:sp>
        <p:nvSpPr>
          <p:cNvPr id="11" name="3 stops"/>
          <p:cNvSpPr/>
          <p:nvPr/>
        </p:nvSpPr>
        <p:spPr>
          <a:xfrm>
            <a:off x="8096250" y="762000"/>
            <a:ext cx="1714500" cy="13335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00FF00"/>
              </a:gs>
              <a:gs pos="100000">
                <a:srgbClr val="0000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p"/>
          <p:cNvSpPr/>
          <p:nvPr/>
        </p:nvSpPr>
        <p:spPr>
          <a:xfrm>
            <a:off x="8096250" y="21907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3 stops</a:t>
            </a:r>
            <a:endParaRPr lang="en-US" dirty="0"/>
          </a:p>
        </p:txBody>
      </p:sp>
      <p:sp>
        <p:nvSpPr>
          <p:cNvPr id="13" name="radial circle"/>
          <p:cNvSpPr/>
          <p:nvPr/>
        </p:nvSpPr>
        <p:spPr>
          <a:xfrm>
            <a:off x="10048875" y="762000"/>
            <a:ext cx="1714500" cy="1333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00206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ap"/>
          <p:cNvSpPr/>
          <p:nvPr/>
        </p:nvSpPr>
        <p:spPr>
          <a:xfrm>
            <a:off x="10048875" y="21907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radial circle</a:t>
            </a:r>
            <a:endParaRPr lang="en-US" dirty="0"/>
          </a:p>
        </p:txBody>
      </p:sp>
      <p:sp>
        <p:nvSpPr>
          <p:cNvPr id="15" name="radial corner"/>
          <p:cNvSpPr/>
          <p:nvPr/>
        </p:nvSpPr>
        <p:spPr>
          <a:xfrm>
            <a:off x="285750" y="3619500"/>
            <a:ext cx="1714500" cy="1333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C00000"/>
              </a:gs>
            </a:gsLst>
            <a:path path="circle">
              <a:fillToRect l="0" t="0"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cap"/>
          <p:cNvSpPr/>
          <p:nvPr/>
        </p:nvSpPr>
        <p:spPr>
          <a:xfrm>
            <a:off x="285750" y="50482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radial corner</a:t>
            </a:r>
            <a:endParaRPr lang="en-US" dirty="0"/>
          </a:p>
        </p:txBody>
      </p:sp>
      <p:sp>
        <p:nvSpPr>
          <p:cNvPr id="17" name="rect path"/>
          <p:cNvSpPr/>
          <p:nvPr/>
        </p:nvSpPr>
        <p:spPr>
          <a:xfrm>
            <a:off x="2238375" y="3619500"/>
            <a:ext cx="1714500" cy="1333500"/>
          </a:xfrm>
          <a:prstGeom prst="rect">
            <a:avLst/>
          </a:prstGeom>
          <a:gradFill>
            <a:gsLst>
              <a:gs pos="0">
                <a:srgbClr val="FFFF00"/>
              </a:gs>
              <a:gs pos="100000">
                <a:srgbClr val="FF0000"/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cap"/>
          <p:cNvSpPr/>
          <p:nvPr/>
        </p:nvSpPr>
        <p:spPr>
          <a:xfrm>
            <a:off x="2238375" y="50482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rect path</a:t>
            </a:r>
            <a:endParaRPr lang="en-US" dirty="0"/>
          </a:p>
        </p:txBody>
      </p:sp>
      <p:sp>
        <p:nvSpPr>
          <p:cNvPr id="19" name="shape path"/>
          <p:cNvSpPr/>
          <p:nvPr/>
        </p:nvSpPr>
        <p:spPr>
          <a:xfrm>
            <a:off x="4191000" y="3619500"/>
            <a:ext cx="1714500" cy="1333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00B0F0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cap"/>
          <p:cNvSpPr/>
          <p:nvPr/>
        </p:nvSpPr>
        <p:spPr>
          <a:xfrm>
            <a:off x="4191000" y="50482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shape path</a:t>
            </a:r>
            <a:endParaRPr lang="en-US" dirty="0"/>
          </a:p>
        </p:txBody>
      </p:sp>
      <p:sp>
        <p:nvSpPr>
          <p:cNvPr id="21" name="alpha stops"/>
          <p:cNvSpPr/>
          <p:nvPr/>
        </p:nvSpPr>
        <p:spPr>
          <a:xfrm>
            <a:off x="6143625" y="3619500"/>
            <a:ext cx="1714500" cy="133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cap"/>
          <p:cNvSpPr/>
          <p:nvPr/>
        </p:nvSpPr>
        <p:spPr>
          <a:xfrm>
            <a:off x="6143625" y="50482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alpha stops</a:t>
            </a:r>
            <a:endParaRPr lang="en-US" dirty="0"/>
          </a:p>
        </p:txBody>
      </p:sp>
      <p:sp>
        <p:nvSpPr>
          <p:cNvPr id="23" name="theme style 2"/>
          <p:cNvSpPr/>
          <p:nvPr/>
        </p:nvSpPr>
        <p:spPr>
          <a:xfrm>
            <a:off x="8096250" y="3619500"/>
            <a:ext cx="1714500" cy="1333500"/>
          </a:xfrm>
          <a:prstGeom prst="rect">
            <a:avLst/>
          </a:prstGeom>
        </p:spPr>
        <p:style>
          <a:lnRef idx="0">
            <a:schemeClr val="accent1"/>
          </a:lnRef>
          <a:fillRef idx="2">
            <a:schemeClr val="accent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cap"/>
          <p:cNvSpPr/>
          <p:nvPr/>
        </p:nvSpPr>
        <p:spPr>
          <a:xfrm>
            <a:off x="8096250" y="50482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theme style 2</a:t>
            </a:r>
            <a:endParaRPr lang="en-US" dirty="0"/>
          </a:p>
        </p:txBody>
      </p:sp>
      <p:sp>
        <p:nvSpPr>
          <p:cNvPr id="25" name="rotWithShape rotated"/>
          <p:cNvSpPr/>
          <p:nvPr/>
        </p:nvSpPr>
        <p:spPr>
          <a:xfrm rot="1800000">
            <a:off x="10048875" y="3619500"/>
            <a:ext cx="1714500" cy="13335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cap"/>
          <p:cNvSpPr/>
          <p:nvPr/>
        </p:nvSpPr>
        <p:spPr>
          <a:xfrm>
            <a:off x="10048875" y="50482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rotWithShape rotated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Patter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Pattern fills (all 54 presets)</a:t>
            </a:r>
            <a:endParaRPr lang="en-US" dirty="0"/>
          </a:p>
        </p:txBody>
      </p:sp>
      <p:sp>
        <p:nvSpPr>
          <p:cNvPr id="3" name="pct5"/>
          <p:cNvSpPr/>
          <p:nvPr/>
        </p:nvSpPr>
        <p:spPr>
          <a:xfrm>
            <a:off x="285750" y="571500"/>
            <a:ext cx="1143000" cy="762000"/>
          </a:xfrm>
          <a:prstGeom prst="rect">
            <a:avLst/>
          </a:prstGeom>
          <a:pattFill prst="pct5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ap"/>
          <p:cNvSpPr/>
          <p:nvPr/>
        </p:nvSpPr>
        <p:spPr>
          <a:xfrm>
            <a:off x="285750" y="13335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pct5</a:t>
            </a:r>
            <a:endParaRPr lang="en-US" dirty="0"/>
          </a:p>
        </p:txBody>
      </p:sp>
      <p:sp>
        <p:nvSpPr>
          <p:cNvPr id="5" name="pct10"/>
          <p:cNvSpPr/>
          <p:nvPr/>
        </p:nvSpPr>
        <p:spPr>
          <a:xfrm>
            <a:off x="1590675" y="571500"/>
            <a:ext cx="1143000" cy="762000"/>
          </a:xfrm>
          <a:prstGeom prst="rect">
            <a:avLst/>
          </a:prstGeom>
          <a:pattFill prst="pct10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ap"/>
          <p:cNvSpPr/>
          <p:nvPr/>
        </p:nvSpPr>
        <p:spPr>
          <a:xfrm>
            <a:off x="1590675" y="13335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pct10</a:t>
            </a:r>
            <a:endParaRPr lang="en-US" dirty="0"/>
          </a:p>
        </p:txBody>
      </p:sp>
      <p:sp>
        <p:nvSpPr>
          <p:cNvPr id="7" name="pct20"/>
          <p:cNvSpPr/>
          <p:nvPr/>
        </p:nvSpPr>
        <p:spPr>
          <a:xfrm>
            <a:off x="2895600" y="571500"/>
            <a:ext cx="1143000" cy="762000"/>
          </a:xfrm>
          <a:prstGeom prst="rect">
            <a:avLst/>
          </a:prstGeom>
          <a:pattFill prst="pct20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ap"/>
          <p:cNvSpPr/>
          <p:nvPr/>
        </p:nvSpPr>
        <p:spPr>
          <a:xfrm>
            <a:off x="2895600" y="13335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pct20</a:t>
            </a:r>
            <a:endParaRPr lang="en-US" dirty="0"/>
          </a:p>
        </p:txBody>
      </p:sp>
      <p:sp>
        <p:nvSpPr>
          <p:cNvPr id="9" name="pct25"/>
          <p:cNvSpPr/>
          <p:nvPr/>
        </p:nvSpPr>
        <p:spPr>
          <a:xfrm>
            <a:off x="4200525" y="571500"/>
            <a:ext cx="1143000" cy="762000"/>
          </a:xfrm>
          <a:prstGeom prst="rect">
            <a:avLst/>
          </a:prstGeom>
          <a:pattFill prst="pct25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ap"/>
          <p:cNvSpPr/>
          <p:nvPr/>
        </p:nvSpPr>
        <p:spPr>
          <a:xfrm>
            <a:off x="4200525" y="13335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pct25</a:t>
            </a:r>
            <a:endParaRPr lang="en-US" dirty="0"/>
          </a:p>
        </p:txBody>
      </p:sp>
      <p:sp>
        <p:nvSpPr>
          <p:cNvPr id="11" name="pct30"/>
          <p:cNvSpPr/>
          <p:nvPr/>
        </p:nvSpPr>
        <p:spPr>
          <a:xfrm>
            <a:off x="5505450" y="571500"/>
            <a:ext cx="1143000" cy="762000"/>
          </a:xfrm>
          <a:prstGeom prst="rect">
            <a:avLst/>
          </a:prstGeom>
          <a:pattFill prst="pct30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p"/>
          <p:cNvSpPr/>
          <p:nvPr/>
        </p:nvSpPr>
        <p:spPr>
          <a:xfrm>
            <a:off x="5505450" y="13335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pct30</a:t>
            </a:r>
            <a:endParaRPr lang="en-US" dirty="0"/>
          </a:p>
        </p:txBody>
      </p:sp>
      <p:sp>
        <p:nvSpPr>
          <p:cNvPr id="13" name="pct40"/>
          <p:cNvSpPr/>
          <p:nvPr/>
        </p:nvSpPr>
        <p:spPr>
          <a:xfrm>
            <a:off x="6810375" y="571500"/>
            <a:ext cx="1143000" cy="762000"/>
          </a:xfrm>
          <a:prstGeom prst="rect">
            <a:avLst/>
          </a:prstGeom>
          <a:pattFill prst="pct40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ap"/>
          <p:cNvSpPr/>
          <p:nvPr/>
        </p:nvSpPr>
        <p:spPr>
          <a:xfrm>
            <a:off x="6810375" y="13335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pct40</a:t>
            </a:r>
            <a:endParaRPr lang="en-US" dirty="0"/>
          </a:p>
        </p:txBody>
      </p:sp>
      <p:sp>
        <p:nvSpPr>
          <p:cNvPr id="15" name="pct50"/>
          <p:cNvSpPr/>
          <p:nvPr/>
        </p:nvSpPr>
        <p:spPr>
          <a:xfrm>
            <a:off x="8115300" y="571500"/>
            <a:ext cx="1143000" cy="762000"/>
          </a:xfrm>
          <a:prstGeom prst="rect">
            <a:avLst/>
          </a:prstGeom>
          <a:pattFill prst="pct50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cap"/>
          <p:cNvSpPr/>
          <p:nvPr/>
        </p:nvSpPr>
        <p:spPr>
          <a:xfrm>
            <a:off x="8115300" y="13335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pct50</a:t>
            </a:r>
            <a:endParaRPr lang="en-US" dirty="0"/>
          </a:p>
        </p:txBody>
      </p:sp>
      <p:sp>
        <p:nvSpPr>
          <p:cNvPr id="17" name="pct60"/>
          <p:cNvSpPr/>
          <p:nvPr/>
        </p:nvSpPr>
        <p:spPr>
          <a:xfrm>
            <a:off x="9420225" y="571500"/>
            <a:ext cx="1143000" cy="762000"/>
          </a:xfrm>
          <a:prstGeom prst="rect">
            <a:avLst/>
          </a:prstGeom>
          <a:pattFill prst="pct60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cap"/>
          <p:cNvSpPr/>
          <p:nvPr/>
        </p:nvSpPr>
        <p:spPr>
          <a:xfrm>
            <a:off x="9420225" y="13335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pct60</a:t>
            </a:r>
            <a:endParaRPr lang="en-US" dirty="0"/>
          </a:p>
        </p:txBody>
      </p:sp>
      <p:sp>
        <p:nvSpPr>
          <p:cNvPr id="19" name="pct70"/>
          <p:cNvSpPr/>
          <p:nvPr/>
        </p:nvSpPr>
        <p:spPr>
          <a:xfrm>
            <a:off x="10725150" y="571500"/>
            <a:ext cx="1143000" cy="762000"/>
          </a:xfrm>
          <a:prstGeom prst="rect">
            <a:avLst/>
          </a:prstGeom>
          <a:pattFill prst="pct70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cap"/>
          <p:cNvSpPr/>
          <p:nvPr/>
        </p:nvSpPr>
        <p:spPr>
          <a:xfrm>
            <a:off x="10725150" y="13335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pct70</a:t>
            </a:r>
            <a:endParaRPr lang="en-US" dirty="0"/>
          </a:p>
        </p:txBody>
      </p:sp>
      <p:sp>
        <p:nvSpPr>
          <p:cNvPr id="21" name="pct75"/>
          <p:cNvSpPr/>
          <p:nvPr/>
        </p:nvSpPr>
        <p:spPr>
          <a:xfrm>
            <a:off x="285750" y="1600200"/>
            <a:ext cx="1143000" cy="762000"/>
          </a:xfrm>
          <a:prstGeom prst="rect">
            <a:avLst/>
          </a:prstGeom>
          <a:pattFill prst="pct75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cap"/>
          <p:cNvSpPr/>
          <p:nvPr/>
        </p:nvSpPr>
        <p:spPr>
          <a:xfrm>
            <a:off x="285750" y="23622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pct75</a:t>
            </a:r>
            <a:endParaRPr lang="en-US" dirty="0"/>
          </a:p>
        </p:txBody>
      </p:sp>
      <p:sp>
        <p:nvSpPr>
          <p:cNvPr id="23" name="pct80"/>
          <p:cNvSpPr/>
          <p:nvPr/>
        </p:nvSpPr>
        <p:spPr>
          <a:xfrm>
            <a:off x="1590675" y="1600200"/>
            <a:ext cx="1143000" cy="762000"/>
          </a:xfrm>
          <a:prstGeom prst="rect">
            <a:avLst/>
          </a:prstGeom>
          <a:pattFill prst="pct80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cap"/>
          <p:cNvSpPr/>
          <p:nvPr/>
        </p:nvSpPr>
        <p:spPr>
          <a:xfrm>
            <a:off x="1590675" y="23622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pct80</a:t>
            </a:r>
            <a:endParaRPr lang="en-US" dirty="0"/>
          </a:p>
        </p:txBody>
      </p:sp>
      <p:sp>
        <p:nvSpPr>
          <p:cNvPr id="25" name="pct90"/>
          <p:cNvSpPr/>
          <p:nvPr/>
        </p:nvSpPr>
        <p:spPr>
          <a:xfrm>
            <a:off x="2895600" y="1600200"/>
            <a:ext cx="1143000" cy="762000"/>
          </a:xfrm>
          <a:prstGeom prst="rect">
            <a:avLst/>
          </a:prstGeom>
          <a:pattFill prst="pct90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cap"/>
          <p:cNvSpPr/>
          <p:nvPr/>
        </p:nvSpPr>
        <p:spPr>
          <a:xfrm>
            <a:off x="2895600" y="23622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pct90</a:t>
            </a:r>
            <a:endParaRPr lang="en-US" dirty="0"/>
          </a:p>
        </p:txBody>
      </p:sp>
      <p:sp>
        <p:nvSpPr>
          <p:cNvPr id="27" name="horz"/>
          <p:cNvSpPr/>
          <p:nvPr/>
        </p:nvSpPr>
        <p:spPr>
          <a:xfrm>
            <a:off x="4200525" y="1600200"/>
            <a:ext cx="1143000" cy="762000"/>
          </a:xfrm>
          <a:prstGeom prst="rect">
            <a:avLst/>
          </a:prstGeom>
          <a:pattFill prst="horz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cap"/>
          <p:cNvSpPr/>
          <p:nvPr/>
        </p:nvSpPr>
        <p:spPr>
          <a:xfrm>
            <a:off x="4200525" y="23622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horz</a:t>
            </a:r>
            <a:endParaRPr lang="en-US" dirty="0"/>
          </a:p>
        </p:txBody>
      </p:sp>
      <p:sp>
        <p:nvSpPr>
          <p:cNvPr id="29" name="vert"/>
          <p:cNvSpPr/>
          <p:nvPr/>
        </p:nvSpPr>
        <p:spPr>
          <a:xfrm>
            <a:off x="5505450" y="1600200"/>
            <a:ext cx="1143000" cy="762000"/>
          </a:xfrm>
          <a:prstGeom prst="rect">
            <a:avLst/>
          </a:prstGeom>
          <a:pattFill prst="vert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cap"/>
          <p:cNvSpPr/>
          <p:nvPr/>
        </p:nvSpPr>
        <p:spPr>
          <a:xfrm>
            <a:off x="5505450" y="23622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vert</a:t>
            </a:r>
            <a:endParaRPr lang="en-US" dirty="0"/>
          </a:p>
        </p:txBody>
      </p:sp>
      <p:sp>
        <p:nvSpPr>
          <p:cNvPr id="31" name="ltHorz"/>
          <p:cNvSpPr/>
          <p:nvPr/>
        </p:nvSpPr>
        <p:spPr>
          <a:xfrm>
            <a:off x="6810375" y="1600200"/>
            <a:ext cx="1143000" cy="762000"/>
          </a:xfrm>
          <a:prstGeom prst="rect">
            <a:avLst/>
          </a:prstGeom>
          <a:pattFill prst="ltHorz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cap"/>
          <p:cNvSpPr/>
          <p:nvPr/>
        </p:nvSpPr>
        <p:spPr>
          <a:xfrm>
            <a:off x="6810375" y="23622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ltHorz</a:t>
            </a:r>
            <a:endParaRPr lang="en-US" dirty="0"/>
          </a:p>
        </p:txBody>
      </p:sp>
      <p:sp>
        <p:nvSpPr>
          <p:cNvPr id="33" name="ltVert"/>
          <p:cNvSpPr/>
          <p:nvPr/>
        </p:nvSpPr>
        <p:spPr>
          <a:xfrm>
            <a:off x="8115300" y="1600200"/>
            <a:ext cx="1143000" cy="762000"/>
          </a:xfrm>
          <a:prstGeom prst="rect">
            <a:avLst/>
          </a:prstGeom>
          <a:pattFill prst="ltVert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cap"/>
          <p:cNvSpPr/>
          <p:nvPr/>
        </p:nvSpPr>
        <p:spPr>
          <a:xfrm>
            <a:off x="8115300" y="23622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ltVert</a:t>
            </a:r>
            <a:endParaRPr lang="en-US" dirty="0"/>
          </a:p>
        </p:txBody>
      </p:sp>
      <p:sp>
        <p:nvSpPr>
          <p:cNvPr id="35" name="dkHorz"/>
          <p:cNvSpPr/>
          <p:nvPr/>
        </p:nvSpPr>
        <p:spPr>
          <a:xfrm>
            <a:off x="9420225" y="1600200"/>
            <a:ext cx="1143000" cy="762000"/>
          </a:xfrm>
          <a:prstGeom prst="rect">
            <a:avLst/>
          </a:prstGeom>
          <a:pattFill prst="dkHorz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cap"/>
          <p:cNvSpPr/>
          <p:nvPr/>
        </p:nvSpPr>
        <p:spPr>
          <a:xfrm>
            <a:off x="9420225" y="23622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dkHorz</a:t>
            </a:r>
            <a:endParaRPr lang="en-US" dirty="0"/>
          </a:p>
        </p:txBody>
      </p:sp>
      <p:sp>
        <p:nvSpPr>
          <p:cNvPr id="37" name="dkVert"/>
          <p:cNvSpPr/>
          <p:nvPr/>
        </p:nvSpPr>
        <p:spPr>
          <a:xfrm>
            <a:off x="10725150" y="1600200"/>
            <a:ext cx="1143000" cy="762000"/>
          </a:xfrm>
          <a:prstGeom prst="rect">
            <a:avLst/>
          </a:prstGeom>
          <a:pattFill prst="dkVert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cap"/>
          <p:cNvSpPr/>
          <p:nvPr/>
        </p:nvSpPr>
        <p:spPr>
          <a:xfrm>
            <a:off x="10725150" y="23622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dkVert</a:t>
            </a:r>
            <a:endParaRPr lang="en-US" dirty="0"/>
          </a:p>
        </p:txBody>
      </p:sp>
      <p:sp>
        <p:nvSpPr>
          <p:cNvPr id="39" name="narHorz"/>
          <p:cNvSpPr/>
          <p:nvPr/>
        </p:nvSpPr>
        <p:spPr>
          <a:xfrm>
            <a:off x="285750" y="2628900"/>
            <a:ext cx="1143000" cy="762000"/>
          </a:xfrm>
          <a:prstGeom prst="rect">
            <a:avLst/>
          </a:prstGeom>
          <a:pattFill prst="narHorz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cap"/>
          <p:cNvSpPr/>
          <p:nvPr/>
        </p:nvSpPr>
        <p:spPr>
          <a:xfrm>
            <a:off x="285750" y="33909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narHorz</a:t>
            </a:r>
            <a:endParaRPr lang="en-US" dirty="0"/>
          </a:p>
        </p:txBody>
      </p:sp>
      <p:sp>
        <p:nvSpPr>
          <p:cNvPr id="41" name="narVert"/>
          <p:cNvSpPr/>
          <p:nvPr/>
        </p:nvSpPr>
        <p:spPr>
          <a:xfrm>
            <a:off x="1590675" y="2628900"/>
            <a:ext cx="1143000" cy="762000"/>
          </a:xfrm>
          <a:prstGeom prst="rect">
            <a:avLst/>
          </a:prstGeom>
          <a:pattFill prst="narVert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" name="cap"/>
          <p:cNvSpPr/>
          <p:nvPr/>
        </p:nvSpPr>
        <p:spPr>
          <a:xfrm>
            <a:off x="1590675" y="33909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narVert</a:t>
            </a:r>
            <a:endParaRPr lang="en-US" dirty="0"/>
          </a:p>
        </p:txBody>
      </p:sp>
      <p:sp>
        <p:nvSpPr>
          <p:cNvPr id="43" name="dashHorz"/>
          <p:cNvSpPr/>
          <p:nvPr/>
        </p:nvSpPr>
        <p:spPr>
          <a:xfrm>
            <a:off x="2895600" y="2628900"/>
            <a:ext cx="1143000" cy="762000"/>
          </a:xfrm>
          <a:prstGeom prst="rect">
            <a:avLst/>
          </a:prstGeom>
          <a:pattFill prst="dashHorz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" name="cap"/>
          <p:cNvSpPr/>
          <p:nvPr/>
        </p:nvSpPr>
        <p:spPr>
          <a:xfrm>
            <a:off x="2895600" y="33909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dashHorz</a:t>
            </a:r>
            <a:endParaRPr lang="en-US" dirty="0"/>
          </a:p>
        </p:txBody>
      </p:sp>
      <p:sp>
        <p:nvSpPr>
          <p:cNvPr id="45" name="dashVert"/>
          <p:cNvSpPr/>
          <p:nvPr/>
        </p:nvSpPr>
        <p:spPr>
          <a:xfrm>
            <a:off x="4200525" y="2628900"/>
            <a:ext cx="1143000" cy="762000"/>
          </a:xfrm>
          <a:prstGeom prst="rect">
            <a:avLst/>
          </a:prstGeom>
          <a:pattFill prst="dashVert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" name="cap"/>
          <p:cNvSpPr/>
          <p:nvPr/>
        </p:nvSpPr>
        <p:spPr>
          <a:xfrm>
            <a:off x="4200525" y="33909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dashVert</a:t>
            </a:r>
            <a:endParaRPr lang="en-US" dirty="0"/>
          </a:p>
        </p:txBody>
      </p:sp>
      <p:sp>
        <p:nvSpPr>
          <p:cNvPr id="47" name="cross"/>
          <p:cNvSpPr/>
          <p:nvPr/>
        </p:nvSpPr>
        <p:spPr>
          <a:xfrm>
            <a:off x="5505450" y="2628900"/>
            <a:ext cx="1143000" cy="762000"/>
          </a:xfrm>
          <a:prstGeom prst="rect">
            <a:avLst/>
          </a:prstGeom>
          <a:pattFill prst="cross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cap"/>
          <p:cNvSpPr/>
          <p:nvPr/>
        </p:nvSpPr>
        <p:spPr>
          <a:xfrm>
            <a:off x="5505450" y="33909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cross</a:t>
            </a:r>
            <a:endParaRPr lang="en-US" dirty="0"/>
          </a:p>
        </p:txBody>
      </p:sp>
      <p:sp>
        <p:nvSpPr>
          <p:cNvPr id="49" name="dnDiag"/>
          <p:cNvSpPr/>
          <p:nvPr/>
        </p:nvSpPr>
        <p:spPr>
          <a:xfrm>
            <a:off x="6810375" y="2628900"/>
            <a:ext cx="1143000" cy="762000"/>
          </a:xfrm>
          <a:prstGeom prst="rect">
            <a:avLst/>
          </a:prstGeom>
          <a:pattFill prst="dnDi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cap"/>
          <p:cNvSpPr/>
          <p:nvPr/>
        </p:nvSpPr>
        <p:spPr>
          <a:xfrm>
            <a:off x="6810375" y="33909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dnDiag</a:t>
            </a:r>
            <a:endParaRPr lang="en-US" dirty="0"/>
          </a:p>
        </p:txBody>
      </p:sp>
      <p:sp>
        <p:nvSpPr>
          <p:cNvPr id="51" name="upDiag"/>
          <p:cNvSpPr/>
          <p:nvPr/>
        </p:nvSpPr>
        <p:spPr>
          <a:xfrm>
            <a:off x="8115300" y="2628900"/>
            <a:ext cx="1143000" cy="762000"/>
          </a:xfrm>
          <a:prstGeom prst="rect">
            <a:avLst/>
          </a:prstGeom>
          <a:pattFill prst="upDi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cap"/>
          <p:cNvSpPr/>
          <p:nvPr/>
        </p:nvSpPr>
        <p:spPr>
          <a:xfrm>
            <a:off x="8115300" y="33909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upDiag</a:t>
            </a:r>
            <a:endParaRPr lang="en-US" dirty="0"/>
          </a:p>
        </p:txBody>
      </p:sp>
      <p:sp>
        <p:nvSpPr>
          <p:cNvPr id="53" name="ltDnDiag"/>
          <p:cNvSpPr/>
          <p:nvPr/>
        </p:nvSpPr>
        <p:spPr>
          <a:xfrm>
            <a:off x="9420225" y="2628900"/>
            <a:ext cx="1143000" cy="762000"/>
          </a:xfrm>
          <a:prstGeom prst="rect">
            <a:avLst/>
          </a:prstGeom>
          <a:pattFill prst="ltDnDi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" name="cap"/>
          <p:cNvSpPr/>
          <p:nvPr/>
        </p:nvSpPr>
        <p:spPr>
          <a:xfrm>
            <a:off x="9420225" y="33909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ltDnDiag</a:t>
            </a:r>
            <a:endParaRPr lang="en-US" dirty="0"/>
          </a:p>
        </p:txBody>
      </p:sp>
      <p:sp>
        <p:nvSpPr>
          <p:cNvPr id="55" name="ltUpDiag"/>
          <p:cNvSpPr/>
          <p:nvPr/>
        </p:nvSpPr>
        <p:spPr>
          <a:xfrm>
            <a:off x="10725150" y="2628900"/>
            <a:ext cx="1143000" cy="762000"/>
          </a:xfrm>
          <a:prstGeom prst="rect">
            <a:avLst/>
          </a:prstGeom>
          <a:pattFill prst="ltUpDi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cap"/>
          <p:cNvSpPr/>
          <p:nvPr/>
        </p:nvSpPr>
        <p:spPr>
          <a:xfrm>
            <a:off x="10725150" y="33909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ltUpDiag</a:t>
            </a:r>
            <a:endParaRPr lang="en-US" dirty="0"/>
          </a:p>
        </p:txBody>
      </p:sp>
      <p:sp>
        <p:nvSpPr>
          <p:cNvPr id="57" name="dkDnDiag"/>
          <p:cNvSpPr/>
          <p:nvPr/>
        </p:nvSpPr>
        <p:spPr>
          <a:xfrm>
            <a:off x="285750" y="3657600"/>
            <a:ext cx="1143000" cy="762000"/>
          </a:xfrm>
          <a:prstGeom prst="rect">
            <a:avLst/>
          </a:prstGeom>
          <a:pattFill prst="dkDnDi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cap"/>
          <p:cNvSpPr/>
          <p:nvPr/>
        </p:nvSpPr>
        <p:spPr>
          <a:xfrm>
            <a:off x="285750" y="44196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dkDnDiag</a:t>
            </a:r>
            <a:endParaRPr lang="en-US" dirty="0"/>
          </a:p>
        </p:txBody>
      </p:sp>
      <p:sp>
        <p:nvSpPr>
          <p:cNvPr id="59" name="dkUpDiag"/>
          <p:cNvSpPr/>
          <p:nvPr/>
        </p:nvSpPr>
        <p:spPr>
          <a:xfrm>
            <a:off x="1590675" y="3657600"/>
            <a:ext cx="1143000" cy="762000"/>
          </a:xfrm>
          <a:prstGeom prst="rect">
            <a:avLst/>
          </a:prstGeom>
          <a:pattFill prst="dkUpDi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cap"/>
          <p:cNvSpPr/>
          <p:nvPr/>
        </p:nvSpPr>
        <p:spPr>
          <a:xfrm>
            <a:off x="1590675" y="44196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dkUpDiag</a:t>
            </a:r>
            <a:endParaRPr lang="en-US" dirty="0"/>
          </a:p>
        </p:txBody>
      </p:sp>
      <p:sp>
        <p:nvSpPr>
          <p:cNvPr id="61" name="wdDnDiag"/>
          <p:cNvSpPr/>
          <p:nvPr/>
        </p:nvSpPr>
        <p:spPr>
          <a:xfrm>
            <a:off x="2895600" y="3657600"/>
            <a:ext cx="1143000" cy="762000"/>
          </a:xfrm>
          <a:prstGeom prst="rect">
            <a:avLst/>
          </a:prstGeom>
          <a:pattFill prst="wdDnDi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cap"/>
          <p:cNvSpPr/>
          <p:nvPr/>
        </p:nvSpPr>
        <p:spPr>
          <a:xfrm>
            <a:off x="2895600" y="44196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wdDnDiag</a:t>
            </a:r>
            <a:endParaRPr lang="en-US" dirty="0"/>
          </a:p>
        </p:txBody>
      </p:sp>
      <p:sp>
        <p:nvSpPr>
          <p:cNvPr id="63" name="wdUpDiag"/>
          <p:cNvSpPr/>
          <p:nvPr/>
        </p:nvSpPr>
        <p:spPr>
          <a:xfrm>
            <a:off x="4200525" y="3657600"/>
            <a:ext cx="1143000" cy="762000"/>
          </a:xfrm>
          <a:prstGeom prst="rect">
            <a:avLst/>
          </a:prstGeom>
          <a:pattFill prst="wdUpDi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" name="cap"/>
          <p:cNvSpPr/>
          <p:nvPr/>
        </p:nvSpPr>
        <p:spPr>
          <a:xfrm>
            <a:off x="4200525" y="44196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wdUpDiag</a:t>
            </a:r>
            <a:endParaRPr lang="en-US" dirty="0"/>
          </a:p>
        </p:txBody>
      </p:sp>
      <p:sp>
        <p:nvSpPr>
          <p:cNvPr id="65" name="dashDnDiag"/>
          <p:cNvSpPr/>
          <p:nvPr/>
        </p:nvSpPr>
        <p:spPr>
          <a:xfrm>
            <a:off x="5505450" y="3657600"/>
            <a:ext cx="1143000" cy="762000"/>
          </a:xfrm>
          <a:prstGeom prst="rect">
            <a:avLst/>
          </a:prstGeom>
          <a:pattFill prst="dashDnDi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" name="cap"/>
          <p:cNvSpPr/>
          <p:nvPr/>
        </p:nvSpPr>
        <p:spPr>
          <a:xfrm>
            <a:off x="5505450" y="44196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dashDnDiag</a:t>
            </a:r>
            <a:endParaRPr lang="en-US" dirty="0"/>
          </a:p>
        </p:txBody>
      </p:sp>
      <p:sp>
        <p:nvSpPr>
          <p:cNvPr id="67" name="dashUpDiag"/>
          <p:cNvSpPr/>
          <p:nvPr/>
        </p:nvSpPr>
        <p:spPr>
          <a:xfrm>
            <a:off x="6810375" y="3657600"/>
            <a:ext cx="1143000" cy="762000"/>
          </a:xfrm>
          <a:prstGeom prst="rect">
            <a:avLst/>
          </a:prstGeom>
          <a:pattFill prst="dashUpDi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" name="cap"/>
          <p:cNvSpPr/>
          <p:nvPr/>
        </p:nvSpPr>
        <p:spPr>
          <a:xfrm>
            <a:off x="6810375" y="44196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dashUpDiag</a:t>
            </a:r>
            <a:endParaRPr lang="en-US" dirty="0"/>
          </a:p>
        </p:txBody>
      </p:sp>
      <p:sp>
        <p:nvSpPr>
          <p:cNvPr id="69" name="diagCross"/>
          <p:cNvSpPr/>
          <p:nvPr/>
        </p:nvSpPr>
        <p:spPr>
          <a:xfrm>
            <a:off x="8115300" y="3657600"/>
            <a:ext cx="1143000" cy="762000"/>
          </a:xfrm>
          <a:prstGeom prst="rect">
            <a:avLst/>
          </a:prstGeom>
          <a:pattFill prst="diagCross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" name="cap"/>
          <p:cNvSpPr/>
          <p:nvPr/>
        </p:nvSpPr>
        <p:spPr>
          <a:xfrm>
            <a:off x="8115300" y="44196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diagCross</a:t>
            </a:r>
            <a:endParaRPr lang="en-US" dirty="0"/>
          </a:p>
        </p:txBody>
      </p:sp>
      <p:sp>
        <p:nvSpPr>
          <p:cNvPr id="71" name="smCheck"/>
          <p:cNvSpPr/>
          <p:nvPr/>
        </p:nvSpPr>
        <p:spPr>
          <a:xfrm>
            <a:off x="9420225" y="3657600"/>
            <a:ext cx="1143000" cy="762000"/>
          </a:xfrm>
          <a:prstGeom prst="rect">
            <a:avLst/>
          </a:prstGeom>
          <a:pattFill prst="smCheck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" name="cap"/>
          <p:cNvSpPr/>
          <p:nvPr/>
        </p:nvSpPr>
        <p:spPr>
          <a:xfrm>
            <a:off x="9420225" y="44196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smCheck</a:t>
            </a:r>
            <a:endParaRPr lang="en-US" dirty="0"/>
          </a:p>
        </p:txBody>
      </p:sp>
      <p:sp>
        <p:nvSpPr>
          <p:cNvPr id="73" name="lgCheck"/>
          <p:cNvSpPr/>
          <p:nvPr/>
        </p:nvSpPr>
        <p:spPr>
          <a:xfrm>
            <a:off x="10725150" y="3657600"/>
            <a:ext cx="1143000" cy="762000"/>
          </a:xfrm>
          <a:prstGeom prst="rect">
            <a:avLst/>
          </a:prstGeom>
          <a:pattFill prst="lgCheck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" name="cap"/>
          <p:cNvSpPr/>
          <p:nvPr/>
        </p:nvSpPr>
        <p:spPr>
          <a:xfrm>
            <a:off x="10725150" y="44196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lgCheck</a:t>
            </a:r>
            <a:endParaRPr lang="en-US" dirty="0"/>
          </a:p>
        </p:txBody>
      </p:sp>
      <p:sp>
        <p:nvSpPr>
          <p:cNvPr id="75" name="smGrid"/>
          <p:cNvSpPr/>
          <p:nvPr/>
        </p:nvSpPr>
        <p:spPr>
          <a:xfrm>
            <a:off x="285750" y="4686300"/>
            <a:ext cx="1143000" cy="762000"/>
          </a:xfrm>
          <a:prstGeom prst="rect">
            <a:avLst/>
          </a:prstGeom>
          <a:pattFill prst="smGrid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" name="cap"/>
          <p:cNvSpPr/>
          <p:nvPr/>
        </p:nvSpPr>
        <p:spPr>
          <a:xfrm>
            <a:off x="285750" y="54483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smGrid</a:t>
            </a:r>
            <a:endParaRPr lang="en-US" dirty="0"/>
          </a:p>
        </p:txBody>
      </p:sp>
      <p:sp>
        <p:nvSpPr>
          <p:cNvPr id="77" name="lgGrid"/>
          <p:cNvSpPr/>
          <p:nvPr/>
        </p:nvSpPr>
        <p:spPr>
          <a:xfrm>
            <a:off x="1590675" y="4686300"/>
            <a:ext cx="1143000" cy="762000"/>
          </a:xfrm>
          <a:prstGeom prst="rect">
            <a:avLst/>
          </a:prstGeom>
          <a:pattFill prst="lgGrid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" name="cap"/>
          <p:cNvSpPr/>
          <p:nvPr/>
        </p:nvSpPr>
        <p:spPr>
          <a:xfrm>
            <a:off x="1590675" y="54483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lgGrid</a:t>
            </a:r>
            <a:endParaRPr lang="en-US" dirty="0"/>
          </a:p>
        </p:txBody>
      </p:sp>
      <p:sp>
        <p:nvSpPr>
          <p:cNvPr id="79" name="dotGrid"/>
          <p:cNvSpPr/>
          <p:nvPr/>
        </p:nvSpPr>
        <p:spPr>
          <a:xfrm>
            <a:off x="2895600" y="4686300"/>
            <a:ext cx="1143000" cy="762000"/>
          </a:xfrm>
          <a:prstGeom prst="rect">
            <a:avLst/>
          </a:prstGeom>
          <a:pattFill prst="dotGrid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" name="cap"/>
          <p:cNvSpPr/>
          <p:nvPr/>
        </p:nvSpPr>
        <p:spPr>
          <a:xfrm>
            <a:off x="2895600" y="54483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dotGrid</a:t>
            </a:r>
            <a:endParaRPr lang="en-US" dirty="0"/>
          </a:p>
        </p:txBody>
      </p:sp>
      <p:sp>
        <p:nvSpPr>
          <p:cNvPr id="81" name="smConfetti"/>
          <p:cNvSpPr/>
          <p:nvPr/>
        </p:nvSpPr>
        <p:spPr>
          <a:xfrm>
            <a:off x="4200525" y="4686300"/>
            <a:ext cx="1143000" cy="762000"/>
          </a:xfrm>
          <a:prstGeom prst="rect">
            <a:avLst/>
          </a:prstGeom>
          <a:pattFill prst="smConfetti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" name="cap"/>
          <p:cNvSpPr/>
          <p:nvPr/>
        </p:nvSpPr>
        <p:spPr>
          <a:xfrm>
            <a:off x="4200525" y="54483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smConfetti</a:t>
            </a:r>
            <a:endParaRPr lang="en-US" dirty="0"/>
          </a:p>
        </p:txBody>
      </p:sp>
      <p:sp>
        <p:nvSpPr>
          <p:cNvPr id="83" name="lgConfetti"/>
          <p:cNvSpPr/>
          <p:nvPr/>
        </p:nvSpPr>
        <p:spPr>
          <a:xfrm>
            <a:off x="5505450" y="4686300"/>
            <a:ext cx="1143000" cy="762000"/>
          </a:xfrm>
          <a:prstGeom prst="rect">
            <a:avLst/>
          </a:prstGeom>
          <a:pattFill prst="lgConfetti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" name="cap"/>
          <p:cNvSpPr/>
          <p:nvPr/>
        </p:nvSpPr>
        <p:spPr>
          <a:xfrm>
            <a:off x="5505450" y="54483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lgConfetti</a:t>
            </a:r>
            <a:endParaRPr lang="en-US" dirty="0"/>
          </a:p>
        </p:txBody>
      </p:sp>
      <p:sp>
        <p:nvSpPr>
          <p:cNvPr id="85" name="horzBrick"/>
          <p:cNvSpPr/>
          <p:nvPr/>
        </p:nvSpPr>
        <p:spPr>
          <a:xfrm>
            <a:off x="6810375" y="4686300"/>
            <a:ext cx="1143000" cy="762000"/>
          </a:xfrm>
          <a:prstGeom prst="rect">
            <a:avLst/>
          </a:prstGeom>
          <a:pattFill prst="horzBrick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" name="cap"/>
          <p:cNvSpPr/>
          <p:nvPr/>
        </p:nvSpPr>
        <p:spPr>
          <a:xfrm>
            <a:off x="6810375" y="54483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horzBrick</a:t>
            </a:r>
            <a:endParaRPr lang="en-US" dirty="0"/>
          </a:p>
        </p:txBody>
      </p:sp>
      <p:sp>
        <p:nvSpPr>
          <p:cNvPr id="87" name="diagBrick"/>
          <p:cNvSpPr/>
          <p:nvPr/>
        </p:nvSpPr>
        <p:spPr>
          <a:xfrm>
            <a:off x="8115300" y="4686300"/>
            <a:ext cx="1143000" cy="762000"/>
          </a:xfrm>
          <a:prstGeom prst="rect">
            <a:avLst/>
          </a:prstGeom>
          <a:pattFill prst="diagBrick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" name="cap"/>
          <p:cNvSpPr/>
          <p:nvPr/>
        </p:nvSpPr>
        <p:spPr>
          <a:xfrm>
            <a:off x="8115300" y="54483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diagBrick</a:t>
            </a:r>
            <a:endParaRPr lang="en-US" dirty="0"/>
          </a:p>
        </p:txBody>
      </p:sp>
      <p:sp>
        <p:nvSpPr>
          <p:cNvPr id="89" name="solidDmnd"/>
          <p:cNvSpPr/>
          <p:nvPr/>
        </p:nvSpPr>
        <p:spPr>
          <a:xfrm>
            <a:off x="9420225" y="4686300"/>
            <a:ext cx="1143000" cy="762000"/>
          </a:xfrm>
          <a:prstGeom prst="rect">
            <a:avLst/>
          </a:prstGeom>
          <a:pattFill prst="solidDmnd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" name="cap"/>
          <p:cNvSpPr/>
          <p:nvPr/>
        </p:nvSpPr>
        <p:spPr>
          <a:xfrm>
            <a:off x="9420225" y="54483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solidDmnd</a:t>
            </a:r>
            <a:endParaRPr lang="en-US" dirty="0"/>
          </a:p>
        </p:txBody>
      </p:sp>
      <p:sp>
        <p:nvSpPr>
          <p:cNvPr id="91" name="openDmnd"/>
          <p:cNvSpPr/>
          <p:nvPr/>
        </p:nvSpPr>
        <p:spPr>
          <a:xfrm>
            <a:off x="10725150" y="4686300"/>
            <a:ext cx="1143000" cy="762000"/>
          </a:xfrm>
          <a:prstGeom prst="rect">
            <a:avLst/>
          </a:prstGeom>
          <a:pattFill prst="openDmnd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" name="cap"/>
          <p:cNvSpPr/>
          <p:nvPr/>
        </p:nvSpPr>
        <p:spPr>
          <a:xfrm>
            <a:off x="10725150" y="54483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openDmnd</a:t>
            </a:r>
            <a:endParaRPr lang="en-US" dirty="0"/>
          </a:p>
        </p:txBody>
      </p:sp>
      <p:sp>
        <p:nvSpPr>
          <p:cNvPr id="93" name="dotDmnd"/>
          <p:cNvSpPr/>
          <p:nvPr/>
        </p:nvSpPr>
        <p:spPr>
          <a:xfrm>
            <a:off x="285750" y="5715000"/>
            <a:ext cx="1143000" cy="762000"/>
          </a:xfrm>
          <a:prstGeom prst="rect">
            <a:avLst/>
          </a:prstGeom>
          <a:pattFill prst="dotDmnd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" name="cap"/>
          <p:cNvSpPr/>
          <p:nvPr/>
        </p:nvSpPr>
        <p:spPr>
          <a:xfrm>
            <a:off x="285750" y="64770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dotDmnd</a:t>
            </a:r>
            <a:endParaRPr lang="en-US" dirty="0"/>
          </a:p>
        </p:txBody>
      </p:sp>
      <p:sp>
        <p:nvSpPr>
          <p:cNvPr id="95" name="plaid"/>
          <p:cNvSpPr/>
          <p:nvPr/>
        </p:nvSpPr>
        <p:spPr>
          <a:xfrm>
            <a:off x="1590675" y="5715000"/>
            <a:ext cx="1143000" cy="762000"/>
          </a:xfrm>
          <a:prstGeom prst="rect">
            <a:avLst/>
          </a:prstGeom>
          <a:pattFill prst="plaid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" name="cap"/>
          <p:cNvSpPr/>
          <p:nvPr/>
        </p:nvSpPr>
        <p:spPr>
          <a:xfrm>
            <a:off x="1590675" y="64770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plaid</a:t>
            </a:r>
            <a:endParaRPr lang="en-US" dirty="0"/>
          </a:p>
        </p:txBody>
      </p:sp>
      <p:sp>
        <p:nvSpPr>
          <p:cNvPr id="97" name="sphere"/>
          <p:cNvSpPr/>
          <p:nvPr/>
        </p:nvSpPr>
        <p:spPr>
          <a:xfrm>
            <a:off x="2895600" y="5715000"/>
            <a:ext cx="1143000" cy="762000"/>
          </a:xfrm>
          <a:prstGeom prst="rect">
            <a:avLst/>
          </a:prstGeom>
          <a:pattFill prst="sphere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" name="cap"/>
          <p:cNvSpPr/>
          <p:nvPr/>
        </p:nvSpPr>
        <p:spPr>
          <a:xfrm>
            <a:off x="2895600" y="64770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sphere</a:t>
            </a:r>
            <a:endParaRPr lang="en-US" dirty="0"/>
          </a:p>
        </p:txBody>
      </p:sp>
      <p:sp>
        <p:nvSpPr>
          <p:cNvPr id="99" name="weave"/>
          <p:cNvSpPr/>
          <p:nvPr/>
        </p:nvSpPr>
        <p:spPr>
          <a:xfrm>
            <a:off x="4200525" y="5715000"/>
            <a:ext cx="1143000" cy="762000"/>
          </a:xfrm>
          <a:prstGeom prst="rect">
            <a:avLst/>
          </a:prstGeom>
          <a:pattFill prst="weave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" name="cap"/>
          <p:cNvSpPr/>
          <p:nvPr/>
        </p:nvSpPr>
        <p:spPr>
          <a:xfrm>
            <a:off x="4200525" y="64770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weave</a:t>
            </a:r>
            <a:endParaRPr lang="en-US" dirty="0"/>
          </a:p>
        </p:txBody>
      </p:sp>
      <p:sp>
        <p:nvSpPr>
          <p:cNvPr id="101" name="divot"/>
          <p:cNvSpPr/>
          <p:nvPr/>
        </p:nvSpPr>
        <p:spPr>
          <a:xfrm>
            <a:off x="5505450" y="5715000"/>
            <a:ext cx="1143000" cy="762000"/>
          </a:xfrm>
          <a:prstGeom prst="rect">
            <a:avLst/>
          </a:prstGeom>
          <a:pattFill prst="divot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" name="cap"/>
          <p:cNvSpPr/>
          <p:nvPr/>
        </p:nvSpPr>
        <p:spPr>
          <a:xfrm>
            <a:off x="5505450" y="64770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divot</a:t>
            </a:r>
            <a:endParaRPr lang="en-US" dirty="0"/>
          </a:p>
        </p:txBody>
      </p:sp>
      <p:sp>
        <p:nvSpPr>
          <p:cNvPr id="103" name="shingle"/>
          <p:cNvSpPr/>
          <p:nvPr/>
        </p:nvSpPr>
        <p:spPr>
          <a:xfrm>
            <a:off x="6810375" y="5715000"/>
            <a:ext cx="1143000" cy="762000"/>
          </a:xfrm>
          <a:prstGeom prst="rect">
            <a:avLst/>
          </a:prstGeom>
          <a:pattFill prst="shingle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" name="cap"/>
          <p:cNvSpPr/>
          <p:nvPr/>
        </p:nvSpPr>
        <p:spPr>
          <a:xfrm>
            <a:off x="6810375" y="64770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shingle</a:t>
            </a:r>
            <a:endParaRPr lang="en-US" dirty="0"/>
          </a:p>
        </p:txBody>
      </p:sp>
      <p:sp>
        <p:nvSpPr>
          <p:cNvPr id="105" name="wave"/>
          <p:cNvSpPr/>
          <p:nvPr/>
        </p:nvSpPr>
        <p:spPr>
          <a:xfrm>
            <a:off x="8115300" y="5715000"/>
            <a:ext cx="1143000" cy="762000"/>
          </a:xfrm>
          <a:prstGeom prst="rect">
            <a:avLst/>
          </a:prstGeom>
          <a:pattFill prst="wave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" name="cap"/>
          <p:cNvSpPr/>
          <p:nvPr/>
        </p:nvSpPr>
        <p:spPr>
          <a:xfrm>
            <a:off x="8115300" y="64770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wave</a:t>
            </a:r>
            <a:endParaRPr lang="en-US" dirty="0"/>
          </a:p>
        </p:txBody>
      </p:sp>
      <p:sp>
        <p:nvSpPr>
          <p:cNvPr id="107" name="trellis"/>
          <p:cNvSpPr/>
          <p:nvPr/>
        </p:nvSpPr>
        <p:spPr>
          <a:xfrm>
            <a:off x="9420225" y="5715000"/>
            <a:ext cx="1143000" cy="762000"/>
          </a:xfrm>
          <a:prstGeom prst="rect">
            <a:avLst/>
          </a:prstGeom>
          <a:pattFill prst="trellis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" name="cap"/>
          <p:cNvSpPr/>
          <p:nvPr/>
        </p:nvSpPr>
        <p:spPr>
          <a:xfrm>
            <a:off x="9420225" y="64770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trellis</a:t>
            </a:r>
            <a:endParaRPr lang="en-US" dirty="0"/>
          </a:p>
        </p:txBody>
      </p:sp>
      <p:sp>
        <p:nvSpPr>
          <p:cNvPr id="109" name="zigZag"/>
          <p:cNvSpPr/>
          <p:nvPr/>
        </p:nvSpPr>
        <p:spPr>
          <a:xfrm>
            <a:off x="10725150" y="5715000"/>
            <a:ext cx="1143000" cy="762000"/>
          </a:xfrm>
          <a:prstGeom prst="rect">
            <a:avLst/>
          </a:prstGeom>
          <a:pattFill prst="zigZag">
            <a:fgClr>
              <a:srgbClr val="1F4E79"/>
            </a:fgClr>
            <a:bgClr>
              <a:srgbClr val="FFFFFF"/>
            </a:bgClr>
          </a:patt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" name="cap"/>
          <p:cNvSpPr/>
          <p:nvPr/>
        </p:nvSpPr>
        <p:spPr>
          <a:xfrm>
            <a:off x="10725150" y="6477000"/>
            <a:ext cx="1143000" cy="1905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dirty="0" sz="900"/>
              <a:t>zigZag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Picture f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Picture fills: stretch, tile (scale/align/flip), crop, in shapes, transparency</a:t>
            </a:r>
            <a:endParaRPr lang="en-US" dirty="0"/>
          </a:p>
        </p:txBody>
      </p:sp>
      <p:sp>
        <p:nvSpPr>
          <p:cNvPr id="3" name="stretch"/>
          <p:cNvSpPr/>
          <p:nvPr/>
        </p:nvSpPr>
        <p:spPr>
          <a:xfrm>
            <a:off x="381000" y="762000"/>
            <a:ext cx="1714500" cy="133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ap"/>
          <p:cNvSpPr/>
          <p:nvPr/>
        </p:nvSpPr>
        <p:spPr>
          <a:xfrm>
            <a:off x="381000" y="21907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stretch</a:t>
            </a:r>
            <a:endParaRPr lang="en-US" dirty="0"/>
          </a:p>
        </p:txBody>
      </p:sp>
      <p:sp>
        <p:nvSpPr>
          <p:cNvPr id="5" name="tile 50%"/>
          <p:cNvSpPr/>
          <p:nvPr/>
        </p:nvSpPr>
        <p:spPr>
          <a:xfrm>
            <a:off x="3286125" y="762000"/>
            <a:ext cx="1714500" cy="1333500"/>
          </a:xfrm>
          <a:prstGeom prst="rect">
            <a:avLst/>
          </a:prstGeom>
          <a:blipFill>
            <a:blip r:embed="rId2"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ap"/>
          <p:cNvSpPr/>
          <p:nvPr/>
        </p:nvSpPr>
        <p:spPr>
          <a:xfrm>
            <a:off x="3286125" y="21907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tile 50%</a:t>
            </a:r>
            <a:endParaRPr lang="en-US" dirty="0"/>
          </a:p>
        </p:txBody>
      </p:sp>
      <p:sp>
        <p:nvSpPr>
          <p:cNvPr id="7" name="tile flip xy"/>
          <p:cNvSpPr/>
          <p:nvPr/>
        </p:nvSpPr>
        <p:spPr>
          <a:xfrm>
            <a:off x="6191250" y="762000"/>
            <a:ext cx="1714500" cy="1333500"/>
          </a:xfrm>
          <a:prstGeom prst="rect">
            <a:avLst/>
          </a:prstGeom>
          <a:blipFill>
            <a:blip r:embed="rId2"/>
            <a:tile tx="0" ty="0" sx="100000" sy="100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ap"/>
          <p:cNvSpPr/>
          <p:nvPr/>
        </p:nvSpPr>
        <p:spPr>
          <a:xfrm>
            <a:off x="6191250" y="21907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tile flip xy</a:t>
            </a:r>
            <a:endParaRPr lang="en-US" dirty="0"/>
          </a:p>
        </p:txBody>
      </p:sp>
      <p:sp>
        <p:nvSpPr>
          <p:cNvPr id="9" name="ellipse"/>
          <p:cNvSpPr/>
          <p:nvPr/>
        </p:nvSpPr>
        <p:spPr>
          <a:xfrm>
            <a:off x="9096375" y="762000"/>
            <a:ext cx="1714500" cy="13335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ap"/>
          <p:cNvSpPr/>
          <p:nvPr/>
        </p:nvSpPr>
        <p:spPr>
          <a:xfrm>
            <a:off x="9096375" y="219075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ellipse</a:t>
            </a:r>
            <a:endParaRPr lang="en-US" dirty="0"/>
          </a:p>
        </p:txBody>
      </p:sp>
      <p:sp>
        <p:nvSpPr>
          <p:cNvPr id="11" name="crop left half"/>
          <p:cNvSpPr/>
          <p:nvPr/>
        </p:nvSpPr>
        <p:spPr>
          <a:xfrm>
            <a:off x="381000" y="3714750"/>
            <a:ext cx="1714500" cy="1333500"/>
          </a:xfrm>
          <a:prstGeom prst="rect">
            <a:avLst/>
          </a:prstGeom>
          <a:blipFill>
            <a:blip r:embed="rId2"/>
            <a:srcRect r="5000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p"/>
          <p:cNvSpPr/>
          <p:nvPr/>
        </p:nvSpPr>
        <p:spPr>
          <a:xfrm>
            <a:off x="381000" y="514350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crop left half</a:t>
            </a:r>
            <a:endParaRPr lang="en-US" dirty="0"/>
          </a:p>
        </p:txBody>
      </p:sp>
      <p:sp>
        <p:nvSpPr>
          <p:cNvPr id="13" name="alpha 40%"/>
          <p:cNvSpPr/>
          <p:nvPr/>
        </p:nvSpPr>
        <p:spPr>
          <a:xfrm>
            <a:off x="3286125" y="3714750"/>
            <a:ext cx="1714500" cy="1333500"/>
          </a:xfrm>
          <a:prstGeom prst="rect">
            <a:avLst/>
          </a:prstGeom>
          <a:blipFill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ap"/>
          <p:cNvSpPr/>
          <p:nvPr/>
        </p:nvSpPr>
        <p:spPr>
          <a:xfrm>
            <a:off x="3286125" y="514350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alpha 40%</a:t>
            </a:r>
            <a:endParaRPr lang="en-US" dirty="0"/>
          </a:p>
        </p:txBody>
      </p:sp>
      <p:sp>
        <p:nvSpPr>
          <p:cNvPr id="15" name="star"/>
          <p:cNvSpPr/>
          <p:nvPr/>
        </p:nvSpPr>
        <p:spPr>
          <a:xfrm>
            <a:off x="6191250" y="3714750"/>
            <a:ext cx="1714500" cy="1333500"/>
          </a:xfrm>
          <a:prstGeom prst="star5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cap"/>
          <p:cNvSpPr/>
          <p:nvPr/>
        </p:nvSpPr>
        <p:spPr>
          <a:xfrm>
            <a:off x="6191250" y="514350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star</a:t>
            </a:r>
            <a:endParaRPr lang="en-US" dirty="0"/>
          </a:p>
        </p:txBody>
      </p:sp>
      <p:sp>
        <p:nvSpPr>
          <p:cNvPr id="17" name="fillRect inset"/>
          <p:cNvSpPr/>
          <p:nvPr/>
        </p:nvSpPr>
        <p:spPr>
          <a:xfrm>
            <a:off x="9096375" y="3714750"/>
            <a:ext cx="1714500" cy="1333500"/>
          </a:xfrm>
          <a:prstGeom prst="rect">
            <a:avLst/>
          </a:prstGeom>
          <a:blipFill>
            <a:blip r:embed="rId2"/>
            <a:stretch>
              <a:fillRect l="25000" t="25000" r="25000" b="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cap"/>
          <p:cNvSpPr/>
          <p:nvPr/>
        </p:nvSpPr>
        <p:spPr>
          <a:xfrm>
            <a:off x="9096375" y="5143500"/>
            <a:ext cx="17145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000"/>
              <a:t>fillRect inset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Outlines: widths, dashes, caps, joins, compound lines</a:t>
            </a:r>
            <a:endParaRPr lang="en-US" dirty="0"/>
          </a:p>
        </p:txBody>
      </p:sp>
      <p:sp>
        <p:nvSpPr>
          <p:cNvPr id="3" name="dash solid"/>
          <p:cNvSpPr/>
          <p:nvPr/>
        </p:nvSpPr>
        <p:spPr>
          <a:xfrm>
            <a:off x="381000" y="66675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solid"/>
          </a:ln>
        </p:spPr>
      </p:sp>
      <p:sp>
        <p:nvSpPr>
          <p:cNvPr id="4" name="cap"/>
          <p:cNvSpPr/>
          <p:nvPr/>
        </p:nvSpPr>
        <p:spPr>
          <a:xfrm>
            <a:off x="4095750" y="55245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solid</a:t>
            </a:r>
            <a:endParaRPr lang="en-US" dirty="0"/>
          </a:p>
        </p:txBody>
      </p:sp>
      <p:sp>
        <p:nvSpPr>
          <p:cNvPr id="5" name="dash dot"/>
          <p:cNvSpPr/>
          <p:nvPr/>
        </p:nvSpPr>
        <p:spPr>
          <a:xfrm>
            <a:off x="381000" y="99060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dot"/>
          </a:ln>
        </p:spPr>
      </p:sp>
      <p:sp>
        <p:nvSpPr>
          <p:cNvPr id="6" name="cap"/>
          <p:cNvSpPr/>
          <p:nvPr/>
        </p:nvSpPr>
        <p:spPr>
          <a:xfrm>
            <a:off x="4095750" y="87630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dot</a:t>
            </a:r>
            <a:endParaRPr lang="en-US" dirty="0"/>
          </a:p>
        </p:txBody>
      </p:sp>
      <p:sp>
        <p:nvSpPr>
          <p:cNvPr id="7" name="dash dash"/>
          <p:cNvSpPr/>
          <p:nvPr/>
        </p:nvSpPr>
        <p:spPr>
          <a:xfrm>
            <a:off x="381000" y="131445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dash"/>
          </a:ln>
        </p:spPr>
      </p:sp>
      <p:sp>
        <p:nvSpPr>
          <p:cNvPr id="8" name="cap"/>
          <p:cNvSpPr/>
          <p:nvPr/>
        </p:nvSpPr>
        <p:spPr>
          <a:xfrm>
            <a:off x="4095750" y="120015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dash</a:t>
            </a:r>
            <a:endParaRPr lang="en-US" dirty="0"/>
          </a:p>
        </p:txBody>
      </p:sp>
      <p:sp>
        <p:nvSpPr>
          <p:cNvPr id="9" name="dash lgDash"/>
          <p:cNvSpPr/>
          <p:nvPr/>
        </p:nvSpPr>
        <p:spPr>
          <a:xfrm>
            <a:off x="381000" y="163830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lgDash"/>
          </a:ln>
        </p:spPr>
      </p:sp>
      <p:sp>
        <p:nvSpPr>
          <p:cNvPr id="10" name="cap"/>
          <p:cNvSpPr/>
          <p:nvPr/>
        </p:nvSpPr>
        <p:spPr>
          <a:xfrm>
            <a:off x="4095750" y="152400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lgDash</a:t>
            </a:r>
            <a:endParaRPr lang="en-US" dirty="0"/>
          </a:p>
        </p:txBody>
      </p:sp>
      <p:sp>
        <p:nvSpPr>
          <p:cNvPr id="11" name="dash dashDot"/>
          <p:cNvSpPr/>
          <p:nvPr/>
        </p:nvSpPr>
        <p:spPr>
          <a:xfrm>
            <a:off x="381000" y="196215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dashDot"/>
          </a:ln>
        </p:spPr>
      </p:sp>
      <p:sp>
        <p:nvSpPr>
          <p:cNvPr id="12" name="cap"/>
          <p:cNvSpPr/>
          <p:nvPr/>
        </p:nvSpPr>
        <p:spPr>
          <a:xfrm>
            <a:off x="4095750" y="184785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dashDot</a:t>
            </a:r>
            <a:endParaRPr lang="en-US" dirty="0"/>
          </a:p>
        </p:txBody>
      </p:sp>
      <p:sp>
        <p:nvSpPr>
          <p:cNvPr id="13" name="dash lgDashDot"/>
          <p:cNvSpPr/>
          <p:nvPr/>
        </p:nvSpPr>
        <p:spPr>
          <a:xfrm>
            <a:off x="381000" y="228600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lgDashDot"/>
          </a:ln>
        </p:spPr>
      </p:sp>
      <p:sp>
        <p:nvSpPr>
          <p:cNvPr id="14" name="cap"/>
          <p:cNvSpPr/>
          <p:nvPr/>
        </p:nvSpPr>
        <p:spPr>
          <a:xfrm>
            <a:off x="4095750" y="217170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lgDashDot</a:t>
            </a:r>
            <a:endParaRPr lang="en-US" dirty="0"/>
          </a:p>
        </p:txBody>
      </p:sp>
      <p:sp>
        <p:nvSpPr>
          <p:cNvPr id="15" name="dash lgDashDotDot"/>
          <p:cNvSpPr/>
          <p:nvPr/>
        </p:nvSpPr>
        <p:spPr>
          <a:xfrm>
            <a:off x="381000" y="260985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lgDashDotDot"/>
          </a:ln>
        </p:spPr>
      </p:sp>
      <p:sp>
        <p:nvSpPr>
          <p:cNvPr id="16" name="cap"/>
          <p:cNvSpPr/>
          <p:nvPr/>
        </p:nvSpPr>
        <p:spPr>
          <a:xfrm>
            <a:off x="4095750" y="249555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lgDashDotDot</a:t>
            </a:r>
            <a:endParaRPr lang="en-US" dirty="0"/>
          </a:p>
        </p:txBody>
      </p:sp>
      <p:sp>
        <p:nvSpPr>
          <p:cNvPr id="17" name="dash sysDash"/>
          <p:cNvSpPr/>
          <p:nvPr/>
        </p:nvSpPr>
        <p:spPr>
          <a:xfrm>
            <a:off x="381000" y="293370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sysDash"/>
          </a:ln>
        </p:spPr>
      </p:sp>
      <p:sp>
        <p:nvSpPr>
          <p:cNvPr id="18" name="cap"/>
          <p:cNvSpPr/>
          <p:nvPr/>
        </p:nvSpPr>
        <p:spPr>
          <a:xfrm>
            <a:off x="4095750" y="281940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sysDash</a:t>
            </a:r>
            <a:endParaRPr lang="en-US" dirty="0"/>
          </a:p>
        </p:txBody>
      </p:sp>
      <p:sp>
        <p:nvSpPr>
          <p:cNvPr id="19" name="dash sysDot"/>
          <p:cNvSpPr/>
          <p:nvPr/>
        </p:nvSpPr>
        <p:spPr>
          <a:xfrm>
            <a:off x="381000" y="325755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sysDot"/>
          </a:ln>
        </p:spPr>
      </p:sp>
      <p:sp>
        <p:nvSpPr>
          <p:cNvPr id="20" name="cap"/>
          <p:cNvSpPr/>
          <p:nvPr/>
        </p:nvSpPr>
        <p:spPr>
          <a:xfrm>
            <a:off x="4095750" y="314325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sysDot</a:t>
            </a:r>
            <a:endParaRPr lang="en-US" dirty="0"/>
          </a:p>
        </p:txBody>
      </p:sp>
      <p:sp>
        <p:nvSpPr>
          <p:cNvPr id="21" name="dash sysDashDot"/>
          <p:cNvSpPr/>
          <p:nvPr/>
        </p:nvSpPr>
        <p:spPr>
          <a:xfrm>
            <a:off x="381000" y="358140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sysDashDot"/>
          </a:ln>
        </p:spPr>
      </p:sp>
      <p:sp>
        <p:nvSpPr>
          <p:cNvPr id="22" name="cap"/>
          <p:cNvSpPr/>
          <p:nvPr/>
        </p:nvSpPr>
        <p:spPr>
          <a:xfrm>
            <a:off x="4095750" y="346710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sysDashDot</a:t>
            </a:r>
            <a:endParaRPr lang="en-US" dirty="0"/>
          </a:p>
        </p:txBody>
      </p:sp>
      <p:sp>
        <p:nvSpPr>
          <p:cNvPr id="23" name="dash sysDashDotDot"/>
          <p:cNvSpPr/>
          <p:nvPr/>
        </p:nvSpPr>
        <p:spPr>
          <a:xfrm>
            <a:off x="381000" y="3905250"/>
            <a:ext cx="3619500" cy="0"/>
          </a:xfrm>
          <a:prstGeom prst="line">
            <a:avLst/>
          </a:prstGeom>
          <a:ln w="38100" cap="flat">
            <a:solidFill>
              <a:srgbClr val="2F5597"/>
            </a:solidFill>
            <a:prstDash val="sysDashDotDot"/>
          </a:ln>
        </p:spPr>
      </p:sp>
      <p:sp>
        <p:nvSpPr>
          <p:cNvPr id="24" name="cap"/>
          <p:cNvSpPr/>
          <p:nvPr/>
        </p:nvSpPr>
        <p:spPr>
          <a:xfrm>
            <a:off x="4095750" y="3790950"/>
            <a:ext cx="142875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dirty="0" sz="1000"/>
              <a:t>sysDashDotDot</a:t>
            </a:r>
            <a:endParaRPr lang="en-US" dirty="0"/>
          </a:p>
        </p:txBody>
      </p:sp>
      <p:sp>
        <p:nvSpPr>
          <p:cNvPr id="25" name="w0.25"/>
          <p:cNvSpPr/>
          <p:nvPr/>
        </p:nvSpPr>
        <p:spPr>
          <a:xfrm>
            <a:off x="381000" y="4476750"/>
            <a:ext cx="3619500" cy="0"/>
          </a:xfrm>
          <a:prstGeom prst="line">
            <a:avLst/>
          </a:prstGeom>
          <a:ln w="3175">
            <a:solidFill>
              <a:srgbClr val="C00000"/>
            </a:solidFill>
          </a:ln>
        </p:spPr>
      </p:sp>
      <p:sp>
        <p:nvSpPr>
          <p:cNvPr id="26" name="w1"/>
          <p:cNvSpPr/>
          <p:nvPr/>
        </p:nvSpPr>
        <p:spPr>
          <a:xfrm>
            <a:off x="381000" y="4857750"/>
            <a:ext cx="3619500" cy="0"/>
          </a:xfrm>
          <a:prstGeom prst="line">
            <a:avLst/>
          </a:prstGeom>
          <a:ln w="12700">
            <a:solidFill>
              <a:srgbClr val="C00000"/>
            </a:solidFill>
          </a:ln>
        </p:spPr>
      </p:sp>
      <p:sp>
        <p:nvSpPr>
          <p:cNvPr id="27" name="w3"/>
          <p:cNvSpPr/>
          <p:nvPr/>
        </p:nvSpPr>
        <p:spPr>
          <a:xfrm>
            <a:off x="381000" y="5238750"/>
            <a:ext cx="3619500" cy="0"/>
          </a:xfrm>
          <a:prstGeom prst="line">
            <a:avLst/>
          </a:prstGeom>
          <a:ln w="38100">
            <a:solidFill>
              <a:srgbClr val="C00000"/>
            </a:solidFill>
          </a:ln>
        </p:spPr>
      </p:sp>
      <p:sp>
        <p:nvSpPr>
          <p:cNvPr id="28" name="w6"/>
          <p:cNvSpPr/>
          <p:nvPr/>
        </p:nvSpPr>
        <p:spPr>
          <a:xfrm>
            <a:off x="381000" y="5619750"/>
            <a:ext cx="3619500" cy="0"/>
          </a:xfrm>
          <a:prstGeom prst="line">
            <a:avLst/>
          </a:prstGeom>
          <a:ln w="76200">
            <a:solidFill>
              <a:srgbClr val="C00000"/>
            </a:solidFill>
          </a:ln>
        </p:spPr>
      </p:sp>
      <p:sp>
        <p:nvSpPr>
          <p:cNvPr id="29" name="w12"/>
          <p:cNvSpPr/>
          <p:nvPr/>
        </p:nvSpPr>
        <p:spPr>
          <a:xfrm>
            <a:off x="381000" y="6000750"/>
            <a:ext cx="3619500" cy="0"/>
          </a:xfrm>
          <a:prstGeom prst="line">
            <a:avLst/>
          </a:prstGeom>
          <a:ln w="152400">
            <a:solidFill>
              <a:srgbClr val="C00000"/>
            </a:solidFill>
          </a:ln>
        </p:spPr>
      </p:sp>
      <p:sp>
        <p:nvSpPr>
          <p:cNvPr id="30" name="cmpd sng"/>
          <p:cNvSpPr/>
          <p:nvPr/>
        </p:nvSpPr>
        <p:spPr>
          <a:xfrm>
            <a:off x="6096000" y="666750"/>
            <a:ext cx="2857500" cy="381000"/>
          </a:xfrm>
          <a:prstGeom prst="rect">
            <a:avLst/>
          </a:prstGeom>
          <a:solidFill>
            <a:srgbClr val="FFFFFF"/>
          </a:solidFill>
          <a:ln w="101600" cmpd="sng">
            <a:solidFill>
              <a:srgbClr val="000000"/>
            </a:solidFill>
          </a:ln>
        </p:spPr>
      </p:sp>
      <p:sp>
        <p:nvSpPr>
          <p:cNvPr id="31" name="cmpd dbl"/>
          <p:cNvSpPr/>
          <p:nvPr/>
        </p:nvSpPr>
        <p:spPr>
          <a:xfrm>
            <a:off x="6096000" y="1238250"/>
            <a:ext cx="2857500" cy="381000"/>
          </a:xfrm>
          <a:prstGeom prst="rect">
            <a:avLst/>
          </a:prstGeom>
          <a:solidFill>
            <a:srgbClr val="FFFFFF"/>
          </a:solidFill>
          <a:ln w="101600" cmpd="dbl">
            <a:solidFill>
              <a:srgbClr val="000000"/>
            </a:solidFill>
          </a:ln>
        </p:spPr>
      </p:sp>
      <p:sp>
        <p:nvSpPr>
          <p:cNvPr id="32" name="cmpd thickThin"/>
          <p:cNvSpPr/>
          <p:nvPr/>
        </p:nvSpPr>
        <p:spPr>
          <a:xfrm>
            <a:off x="6096000" y="1809750"/>
            <a:ext cx="2857500" cy="381000"/>
          </a:xfrm>
          <a:prstGeom prst="rect">
            <a:avLst/>
          </a:prstGeom>
          <a:solidFill>
            <a:srgbClr val="FFFFFF"/>
          </a:solidFill>
          <a:ln w="101600" cmpd="thickThin">
            <a:solidFill>
              <a:srgbClr val="000000"/>
            </a:solidFill>
          </a:ln>
        </p:spPr>
      </p:sp>
      <p:sp>
        <p:nvSpPr>
          <p:cNvPr id="33" name="cmpd thinThick"/>
          <p:cNvSpPr/>
          <p:nvPr/>
        </p:nvSpPr>
        <p:spPr>
          <a:xfrm>
            <a:off x="6096000" y="2381250"/>
            <a:ext cx="2857500" cy="381000"/>
          </a:xfrm>
          <a:prstGeom prst="rect">
            <a:avLst/>
          </a:prstGeom>
          <a:solidFill>
            <a:srgbClr val="FFFFFF"/>
          </a:solidFill>
          <a:ln w="101600" cmpd="thinThick">
            <a:solidFill>
              <a:srgbClr val="000000"/>
            </a:solidFill>
          </a:ln>
        </p:spPr>
      </p:sp>
      <p:sp>
        <p:nvSpPr>
          <p:cNvPr id="34" name="cmpd tri"/>
          <p:cNvSpPr/>
          <p:nvPr/>
        </p:nvSpPr>
        <p:spPr>
          <a:xfrm>
            <a:off x="6096000" y="2952750"/>
            <a:ext cx="2857500" cy="381000"/>
          </a:xfrm>
          <a:prstGeom prst="rect">
            <a:avLst/>
          </a:prstGeom>
          <a:solidFill>
            <a:srgbClr val="FFFFFF"/>
          </a:solidFill>
          <a:ln w="101600" cmpd="tri">
            <a:solidFill>
              <a:srgbClr val="000000"/>
            </a:solidFill>
          </a:ln>
        </p:spPr>
      </p:sp>
      <p:sp>
        <p:nvSpPr>
          <p:cNvPr id="35" name="cap flat"/>
          <p:cNvSpPr/>
          <p:nvPr/>
        </p:nvSpPr>
        <p:spPr>
          <a:xfrm>
            <a:off x="6477000" y="3810000"/>
            <a:ext cx="2095500" cy="0"/>
          </a:xfrm>
          <a:prstGeom prst="line">
            <a:avLst/>
          </a:prstGeom>
          <a:ln w="190500" cap="flat">
            <a:solidFill>
              <a:srgbClr val="548235"/>
            </a:solidFill>
          </a:ln>
        </p:spPr>
      </p:sp>
      <p:sp>
        <p:nvSpPr>
          <p:cNvPr id="36" name="cap rnd"/>
          <p:cNvSpPr/>
          <p:nvPr/>
        </p:nvSpPr>
        <p:spPr>
          <a:xfrm>
            <a:off x="6477000" y="4191000"/>
            <a:ext cx="2095500" cy="0"/>
          </a:xfrm>
          <a:prstGeom prst="line">
            <a:avLst/>
          </a:prstGeom>
          <a:ln w="190500" cap="rnd">
            <a:solidFill>
              <a:srgbClr val="548235"/>
            </a:solidFill>
          </a:ln>
        </p:spPr>
      </p:sp>
      <p:sp>
        <p:nvSpPr>
          <p:cNvPr id="37" name="cap sq"/>
          <p:cNvSpPr/>
          <p:nvPr/>
        </p:nvSpPr>
        <p:spPr>
          <a:xfrm>
            <a:off x="6477000" y="4572000"/>
            <a:ext cx="2095500" cy="0"/>
          </a:xfrm>
          <a:prstGeom prst="line">
            <a:avLst/>
          </a:prstGeom>
          <a:ln w="190500" cap="sq">
            <a:solidFill>
              <a:srgbClr val="548235"/>
            </a:solidFill>
          </a:ln>
        </p:spPr>
      </p:sp>
      <p:sp>
        <p:nvSpPr>
          <p:cNvPr id="38" name="join round"/>
          <p:cNvSpPr/>
          <p:nvPr/>
        </p:nvSpPr>
        <p:spPr>
          <a:xfrm>
            <a:off x="9525000" y="3810000"/>
            <a:ext cx="857250" cy="857250"/>
          </a:xfrm>
          <a:prstGeom prst="triangle">
            <a:avLst/>
          </a:prstGeom>
          <a:noFill/>
          <a:ln w="152400">
            <a:solidFill>
              <a:srgbClr val="7030A0"/>
            </a:solidFill>
            <a:round/>
          </a:ln>
        </p:spPr>
      </p:sp>
      <p:sp>
        <p:nvSpPr>
          <p:cNvPr id="39" name="join bevel"/>
          <p:cNvSpPr/>
          <p:nvPr/>
        </p:nvSpPr>
        <p:spPr>
          <a:xfrm>
            <a:off x="10668000" y="3810000"/>
            <a:ext cx="857250" cy="857250"/>
          </a:xfrm>
          <a:prstGeom prst="triangle">
            <a:avLst/>
          </a:prstGeom>
          <a:noFill/>
          <a:ln w="152400">
            <a:solidFill>
              <a:srgbClr val="7030A0"/>
            </a:solidFill>
            <a:bevel/>
          </a:ln>
        </p:spPr>
      </p:sp>
      <p:sp>
        <p:nvSpPr>
          <p:cNvPr id="40" name="join miter"/>
          <p:cNvSpPr/>
          <p:nvPr/>
        </p:nvSpPr>
        <p:spPr>
          <a:xfrm>
            <a:off x="9525000" y="5143500"/>
            <a:ext cx="857250" cy="857250"/>
          </a:xfrm>
          <a:prstGeom prst="triangle">
            <a:avLst/>
          </a:prstGeom>
          <a:noFill/>
          <a:ln w="152400">
            <a:solidFill>
              <a:srgbClr val="7030A0"/>
            </a:solidFill>
            <a:miter lim="800000"/>
          </a:ln>
        </p:spPr>
      </p:sp>
      <p:sp>
        <p:nvSpPr>
          <p:cNvPr id="41" name="custDash"/>
          <p:cNvSpPr/>
          <p:nvPr/>
        </p:nvSpPr>
        <p:spPr>
          <a:xfrm>
            <a:off x="381000" y="6477000"/>
            <a:ext cx="3619500" cy="0"/>
          </a:xfrm>
          <a:prstGeom prst="line">
            <a:avLst/>
          </a:prstGeom>
          <a:ln w="38100">
            <a:solidFill>
              <a:srgbClr val="000000"/>
            </a:solidFill>
            <a:custDash>
              <a:ds d="400000" sp="100000"/>
              <a:ds d="100000" sp="100000"/>
            </a:custDash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Line ends: types and sizes, connectors</a:t>
            </a:r>
            <a:endParaRPr lang="en-US" dirty="0"/>
          </a:p>
        </p:txBody>
      </p:sp>
      <p:sp>
        <p:nvSpPr>
          <p:cNvPr id="3" name="triangle sm"/>
          <p:cNvSpPr/>
          <p:nvPr/>
        </p:nvSpPr>
        <p:spPr>
          <a:xfrm>
            <a:off x="571500" y="76200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triangle" w="sm" len="sm"/>
            <a:tailEnd type="triangle" w="sm" len="sm"/>
          </a:ln>
        </p:spPr>
      </p:sp>
      <p:sp>
        <p:nvSpPr>
          <p:cNvPr id="4" name="triangle med"/>
          <p:cNvSpPr/>
          <p:nvPr/>
        </p:nvSpPr>
        <p:spPr>
          <a:xfrm>
            <a:off x="2667000" y="76200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triangle" w="med" len="med"/>
          </a:ln>
        </p:spPr>
      </p:sp>
      <p:sp>
        <p:nvSpPr>
          <p:cNvPr id="5" name="triangle lg"/>
          <p:cNvSpPr/>
          <p:nvPr/>
        </p:nvSpPr>
        <p:spPr>
          <a:xfrm>
            <a:off x="4762500" y="76200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triangle" w="lg" len="lg"/>
            <a:tailEnd type="triangle" w="lg" len="lg"/>
          </a:ln>
        </p:spPr>
      </p:sp>
      <p:sp>
        <p:nvSpPr>
          <p:cNvPr id="6" name="stealth sm"/>
          <p:cNvSpPr/>
          <p:nvPr/>
        </p:nvSpPr>
        <p:spPr>
          <a:xfrm>
            <a:off x="571500" y="142875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stealth" w="sm" len="sm"/>
            <a:tailEnd type="stealth" w="sm" len="sm"/>
          </a:ln>
        </p:spPr>
      </p:sp>
      <p:sp>
        <p:nvSpPr>
          <p:cNvPr id="7" name="stealth med"/>
          <p:cNvSpPr/>
          <p:nvPr/>
        </p:nvSpPr>
        <p:spPr>
          <a:xfrm>
            <a:off x="2667000" y="142875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stealth" w="med" len="med"/>
            <a:tailEnd type="stealth" w="med" len="med"/>
          </a:ln>
        </p:spPr>
      </p:sp>
      <p:sp>
        <p:nvSpPr>
          <p:cNvPr id="8" name="stealth lg"/>
          <p:cNvSpPr/>
          <p:nvPr/>
        </p:nvSpPr>
        <p:spPr>
          <a:xfrm>
            <a:off x="4762500" y="142875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stealth" w="lg" len="lg"/>
            <a:tailEnd type="stealth" w="lg" len="lg"/>
          </a:ln>
        </p:spPr>
      </p:sp>
      <p:sp>
        <p:nvSpPr>
          <p:cNvPr id="9" name="diamond sm"/>
          <p:cNvSpPr/>
          <p:nvPr/>
        </p:nvSpPr>
        <p:spPr>
          <a:xfrm>
            <a:off x="571500" y="209550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diamond" w="sm" len="sm"/>
            <a:tailEnd type="diamond" w="sm" len="sm"/>
          </a:ln>
        </p:spPr>
      </p:sp>
      <p:sp>
        <p:nvSpPr>
          <p:cNvPr id="10" name="diamond med"/>
          <p:cNvSpPr/>
          <p:nvPr/>
        </p:nvSpPr>
        <p:spPr>
          <a:xfrm>
            <a:off x="2667000" y="209550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diamond" w="med" len="med"/>
            <a:tailEnd type="diamond" w="med" len="med"/>
          </a:ln>
        </p:spPr>
      </p:sp>
      <p:sp>
        <p:nvSpPr>
          <p:cNvPr id="11" name="diamond lg"/>
          <p:cNvSpPr/>
          <p:nvPr/>
        </p:nvSpPr>
        <p:spPr>
          <a:xfrm>
            <a:off x="4762500" y="209550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diamond" w="lg" len="lg"/>
            <a:tailEnd type="diamond" w="lg" len="lg"/>
          </a:ln>
        </p:spPr>
      </p:sp>
      <p:sp>
        <p:nvSpPr>
          <p:cNvPr id="12" name="oval sm"/>
          <p:cNvSpPr/>
          <p:nvPr/>
        </p:nvSpPr>
        <p:spPr>
          <a:xfrm>
            <a:off x="571500" y="276225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oval" w="sm" len="sm"/>
            <a:tailEnd type="oval" w="sm" len="sm"/>
          </a:ln>
        </p:spPr>
      </p:sp>
      <p:sp>
        <p:nvSpPr>
          <p:cNvPr id="13" name="oval med"/>
          <p:cNvSpPr/>
          <p:nvPr/>
        </p:nvSpPr>
        <p:spPr>
          <a:xfrm>
            <a:off x="2667000" y="276225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oval" w="med" len="med"/>
            <a:tailEnd type="oval" w="med" len="med"/>
          </a:ln>
        </p:spPr>
      </p:sp>
      <p:sp>
        <p:nvSpPr>
          <p:cNvPr id="14" name="oval lg"/>
          <p:cNvSpPr/>
          <p:nvPr/>
        </p:nvSpPr>
        <p:spPr>
          <a:xfrm>
            <a:off x="4762500" y="276225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oval" w="lg" len="lg"/>
            <a:tailEnd type="oval" w="lg" len="lg"/>
          </a:ln>
        </p:spPr>
      </p:sp>
      <p:sp>
        <p:nvSpPr>
          <p:cNvPr id="15" name="arrow sm"/>
          <p:cNvSpPr/>
          <p:nvPr/>
        </p:nvSpPr>
        <p:spPr>
          <a:xfrm>
            <a:off x="571500" y="342900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arrow" w="sm" len="sm"/>
            <a:tailEnd type="arrow" w="sm" len="sm"/>
          </a:ln>
        </p:spPr>
      </p:sp>
      <p:sp>
        <p:nvSpPr>
          <p:cNvPr id="16" name="arrow med"/>
          <p:cNvSpPr/>
          <p:nvPr/>
        </p:nvSpPr>
        <p:spPr>
          <a:xfrm>
            <a:off x="2667000" y="342900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arrow" w="med" len="med"/>
            <a:tailEnd type="arrow" w="med" len="med"/>
          </a:ln>
        </p:spPr>
      </p:sp>
      <p:sp>
        <p:nvSpPr>
          <p:cNvPr id="17" name="arrow lg"/>
          <p:cNvSpPr/>
          <p:nvPr/>
        </p:nvSpPr>
        <p:spPr>
          <a:xfrm>
            <a:off x="4762500" y="3429000"/>
            <a:ext cx="1714500" cy="0"/>
          </a:xfrm>
          <a:prstGeom prst="line">
            <a:avLst/>
          </a:prstGeom>
          <a:ln w="28575">
            <a:solidFill>
              <a:srgbClr val="000000"/>
            </a:solidFill>
            <a:headEnd type="arrow" w="lg" len="lg"/>
            <a:tailEnd type="arrow" w="lg" len="lg"/>
          </a:ln>
        </p:spPr>
      </p:sp>
      <p:cxnSp>
        <p:nvCxnSpPr>
          <p:cNvPr id="18" name="straightConnector1"/>
          <p:cNvCxnSpPr/>
          <p:nvPr/>
        </p:nvCxnSpPr>
        <p:spPr>
          <a:xfrm>
            <a:off x="7239000" y="762000"/>
            <a:ext cx="1905000" cy="114300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</p:cxnSp>
      <p:cxnSp>
        <p:nvCxnSpPr>
          <p:cNvPr id="19" name="bentConnector3"/>
          <p:cNvCxnSpPr/>
          <p:nvPr/>
        </p:nvCxnSpPr>
        <p:spPr>
          <a:xfrm>
            <a:off x="7239000" y="2286000"/>
            <a:ext cx="1905000" cy="1143000"/>
          </a:xfrm>
          <a:prstGeom prst="bentConnector3">
            <a:avLst/>
          </a:prstGeom>
          <a:ln w="25400">
            <a:solidFill>
              <a:srgbClr val="C00000"/>
            </a:solidFill>
            <a:tailEnd type="triangle"/>
          </a:ln>
        </p:spPr>
      </p:cxnSp>
      <p:cxnSp>
        <p:nvCxnSpPr>
          <p:cNvPr id="20" name="curvedConnector3"/>
          <p:cNvCxnSpPr/>
          <p:nvPr/>
        </p:nvCxnSpPr>
        <p:spPr>
          <a:xfrm>
            <a:off x="7239000" y="3810000"/>
            <a:ext cx="1905000" cy="1143000"/>
          </a:xfrm>
          <a:prstGeom prst="curvedConnector3">
            <a:avLst/>
          </a:prstGeom>
          <a:ln w="25400">
            <a:solidFill>
              <a:srgbClr val="C00000"/>
            </a:solidFill>
            <a:tailEnd type="triangle"/>
          </a:ln>
        </p:spPr>
      </p:cxnSp>
      <p:cxnSp>
        <p:nvCxnSpPr>
          <p:cNvPr id="21" name="bentConnector2"/>
          <p:cNvCxnSpPr/>
          <p:nvPr/>
        </p:nvCxnSpPr>
        <p:spPr>
          <a:xfrm>
            <a:off x="9525000" y="762000"/>
            <a:ext cx="1905000" cy="1143000"/>
          </a:xfrm>
          <a:prstGeom prst="bentConnector2">
            <a:avLst/>
          </a:prstGeom>
          <a:ln w="25400">
            <a:solidFill>
              <a:srgbClr val="C00000"/>
            </a:solidFill>
            <a:tailEnd type="triangle"/>
          </a:ln>
        </p:spPr>
      </p:cxnSp>
      <p:cxnSp>
        <p:nvCxnSpPr>
          <p:cNvPr id="22" name="curvedConnector4"/>
          <p:cNvCxnSpPr/>
          <p:nvPr/>
        </p:nvCxnSpPr>
        <p:spPr>
          <a:xfrm>
            <a:off x="9525000" y="2286000"/>
            <a:ext cx="1905000" cy="1143000"/>
          </a:xfrm>
          <a:prstGeom prst="curvedConnector4">
            <a:avLst/>
          </a:prstGeom>
          <a:ln w="25400">
            <a:solidFill>
              <a:srgbClr val="C00000"/>
            </a:solidFill>
            <a:tailEnd type="triangle"/>
          </a:ln>
        </p:spPr>
      </p:cxnSp>
      <p:cxnSp>
        <p:nvCxnSpPr>
          <p:cNvPr id="23" name="flipped"/>
          <p:cNvCxnSpPr/>
          <p:nvPr/>
        </p:nvCxnSpPr>
        <p:spPr>
          <a:xfrm flipH="1">
            <a:off x="9525000" y="4000500"/>
            <a:ext cx="1905000" cy="1143000"/>
          </a:xfrm>
          <a:prstGeom prst="bentConnector3">
            <a:avLst/>
          </a:prstGeom>
          <a:ln w="25400">
            <a:solidFill>
              <a:srgbClr val="00B050"/>
            </a:solidFill>
            <a:headEnd type="oval"/>
            <a:tailEnd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Eff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Effects: outer/inner/perspective shadow, glow, soft edges, reflection, blur, theme effect</a:t>
            </a:r>
            <a:endParaRPr lang="en-US" dirty="0"/>
          </a:p>
        </p:txBody>
      </p:sp>
      <p:sp>
        <p:nvSpPr>
          <p:cNvPr id="3" name="outer shadow"/>
          <p:cNvSpPr/>
          <p:nvPr/>
        </p:nvSpPr>
        <p:spPr>
          <a:xfrm>
            <a:off x="571500" y="1047750"/>
            <a:ext cx="1524000" cy="1047750"/>
          </a:xfrm>
          <a:prstGeom prst="roundRect">
            <a:avLst/>
          </a:prstGeom>
          <a:solidFill>
            <a:srgbClr val="4472C4"/>
          </a:solidFill>
          <a:effectLst>
            <a:outerShdw blurRad="50800" dist="762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ap"/>
          <p:cNvSpPr/>
          <p:nvPr/>
        </p:nvSpPr>
        <p:spPr>
          <a:xfrm>
            <a:off x="381000" y="2571750"/>
            <a:ext cx="19050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100"/>
              <a:t>outer shadow</a:t>
            </a:r>
            <a:endParaRPr lang="en-US" dirty="0"/>
          </a:p>
        </p:txBody>
      </p:sp>
      <p:sp>
        <p:nvSpPr>
          <p:cNvPr id="5" name="outer shadow big blur"/>
          <p:cNvSpPr/>
          <p:nvPr/>
        </p:nvSpPr>
        <p:spPr>
          <a:xfrm>
            <a:off x="2857500" y="1047750"/>
            <a:ext cx="1524000" cy="1047750"/>
          </a:xfrm>
          <a:prstGeom prst="roundRect">
            <a:avLst/>
          </a:prstGeom>
          <a:solidFill>
            <a:srgbClr val="4472C4"/>
          </a:solidFill>
          <a:effectLst>
            <a:outerShdw blurRad="254000" dist="0" dir="0" algn="ctr" rotWithShape="0">
              <a:srgbClr val="C00000">
                <a:alpha val="8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cap"/>
          <p:cNvSpPr/>
          <p:nvPr/>
        </p:nvSpPr>
        <p:spPr>
          <a:xfrm>
            <a:off x="2667000" y="2571750"/>
            <a:ext cx="19050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100"/>
              <a:t>outer shadow big blur</a:t>
            </a:r>
            <a:endParaRPr lang="en-US" dirty="0"/>
          </a:p>
        </p:txBody>
      </p:sp>
      <p:sp>
        <p:nvSpPr>
          <p:cNvPr id="7" name="perspective shadow"/>
          <p:cNvSpPr/>
          <p:nvPr/>
        </p:nvSpPr>
        <p:spPr>
          <a:xfrm>
            <a:off x="5143500" y="1047750"/>
            <a:ext cx="1524000" cy="1047750"/>
          </a:xfrm>
          <a:prstGeom prst="roundRect">
            <a:avLst/>
          </a:prstGeom>
          <a:solidFill>
            <a:srgbClr val="4472C4"/>
          </a:solidFill>
          <a:effectLst>
            <a:outerShdw blurRad="76200" dist="12700" dir="18900000" sy="23000" kx="-12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ap"/>
          <p:cNvSpPr/>
          <p:nvPr/>
        </p:nvSpPr>
        <p:spPr>
          <a:xfrm>
            <a:off x="4953000" y="2571750"/>
            <a:ext cx="19050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100"/>
              <a:t>perspective shadow</a:t>
            </a:r>
            <a:endParaRPr lang="en-US" dirty="0"/>
          </a:p>
        </p:txBody>
      </p:sp>
      <p:sp>
        <p:nvSpPr>
          <p:cNvPr id="9" name="inner shadow"/>
          <p:cNvSpPr/>
          <p:nvPr/>
        </p:nvSpPr>
        <p:spPr>
          <a:xfrm>
            <a:off x="7429500" y="1047750"/>
            <a:ext cx="1524000" cy="1047750"/>
          </a:xfrm>
          <a:prstGeom prst="roundRect">
            <a:avLst/>
          </a:prstGeom>
          <a:solidFill>
            <a:srgbClr val="4472C4"/>
          </a:solidFill>
          <a:effectLst>
            <a:innerShdw blurRad="114300" dist="38100" dir="27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ap"/>
          <p:cNvSpPr/>
          <p:nvPr/>
        </p:nvSpPr>
        <p:spPr>
          <a:xfrm>
            <a:off x="7239000" y="2571750"/>
            <a:ext cx="19050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100"/>
              <a:t>inner shadow</a:t>
            </a:r>
            <a:endParaRPr lang="en-US" dirty="0"/>
          </a:p>
        </p:txBody>
      </p:sp>
      <p:sp>
        <p:nvSpPr>
          <p:cNvPr id="11" name="glow"/>
          <p:cNvSpPr/>
          <p:nvPr/>
        </p:nvSpPr>
        <p:spPr>
          <a:xfrm>
            <a:off x="9715500" y="1047750"/>
            <a:ext cx="1524000" cy="1047750"/>
          </a:xfrm>
          <a:prstGeom prst="roundRect">
            <a:avLst/>
          </a:prstGeom>
          <a:solidFill>
            <a:srgbClr val="4472C4"/>
          </a:solidFill>
          <a:effectLst>
            <a:glow rad="228600">
              <a:srgbClr val="FFC0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p"/>
          <p:cNvSpPr/>
          <p:nvPr/>
        </p:nvSpPr>
        <p:spPr>
          <a:xfrm>
            <a:off x="9525000" y="2571750"/>
            <a:ext cx="19050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100"/>
              <a:t>glow</a:t>
            </a:r>
            <a:endParaRPr lang="en-US" dirty="0"/>
          </a:p>
        </p:txBody>
      </p:sp>
      <p:sp>
        <p:nvSpPr>
          <p:cNvPr id="13" name="soft edges"/>
          <p:cNvSpPr/>
          <p:nvPr/>
        </p:nvSpPr>
        <p:spPr>
          <a:xfrm>
            <a:off x="571500" y="3905250"/>
            <a:ext cx="1524000" cy="1047750"/>
          </a:xfrm>
          <a:prstGeom prst="roundRect">
            <a:avLst/>
          </a:prstGeom>
          <a:solidFill>
            <a:srgbClr val="4472C4"/>
          </a:solidFill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ap"/>
          <p:cNvSpPr/>
          <p:nvPr/>
        </p:nvSpPr>
        <p:spPr>
          <a:xfrm>
            <a:off x="381000" y="5429250"/>
            <a:ext cx="19050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100"/>
              <a:t>soft edges</a:t>
            </a:r>
            <a:endParaRPr lang="en-US" dirty="0"/>
          </a:p>
        </p:txBody>
      </p:sp>
      <p:sp>
        <p:nvSpPr>
          <p:cNvPr id="15" name="reflection"/>
          <p:cNvSpPr/>
          <p:nvPr/>
        </p:nvSpPr>
        <p:spPr>
          <a:xfrm>
            <a:off x="2857500" y="3905250"/>
            <a:ext cx="1524000" cy="1047750"/>
          </a:xfrm>
          <a:prstGeom prst="roundRect">
            <a:avLst/>
          </a:prstGeom>
          <a:solidFill>
            <a:srgbClr val="4472C4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cap"/>
          <p:cNvSpPr/>
          <p:nvPr/>
        </p:nvSpPr>
        <p:spPr>
          <a:xfrm>
            <a:off x="2667000" y="5429250"/>
            <a:ext cx="19050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100"/>
              <a:t>reflection</a:t>
            </a:r>
            <a:endParaRPr lang="en-US" dirty="0"/>
          </a:p>
        </p:txBody>
      </p:sp>
      <p:sp>
        <p:nvSpPr>
          <p:cNvPr id="17" name="blur"/>
          <p:cNvSpPr/>
          <p:nvPr/>
        </p:nvSpPr>
        <p:spPr>
          <a:xfrm>
            <a:off x="5143500" y="3905250"/>
            <a:ext cx="1524000" cy="1047750"/>
          </a:xfrm>
          <a:prstGeom prst="roundRect">
            <a:avLst/>
          </a:prstGeom>
          <a:solidFill>
            <a:srgbClr val="4472C4"/>
          </a:solidFill>
          <a:effectLst>
            <a:blur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cap"/>
          <p:cNvSpPr/>
          <p:nvPr/>
        </p:nvSpPr>
        <p:spPr>
          <a:xfrm>
            <a:off x="4953000" y="5429250"/>
            <a:ext cx="19050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100"/>
              <a:t>blur</a:t>
            </a:r>
            <a:endParaRPr lang="en-US" dirty="0"/>
          </a:p>
        </p:txBody>
      </p:sp>
      <p:sp>
        <p:nvSpPr>
          <p:cNvPr id="19" name="preset shadow"/>
          <p:cNvSpPr/>
          <p:nvPr/>
        </p:nvSpPr>
        <p:spPr>
          <a:xfrm>
            <a:off x="7429500" y="3905250"/>
            <a:ext cx="1524000" cy="1047750"/>
          </a:xfrm>
          <a:prstGeom prst="roundRect">
            <a:avLst/>
          </a:prstGeom>
          <a:solidFill>
            <a:srgbClr val="4472C4"/>
          </a:solidFill>
          <a:effectLst>
            <a:prstShdw prst="shdw13" dist="53882" dir="2700000">
              <a:prstClr val="black"/>
            </a:prst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cap"/>
          <p:cNvSpPr/>
          <p:nvPr/>
        </p:nvSpPr>
        <p:spPr>
          <a:xfrm>
            <a:off x="7239000" y="5429250"/>
            <a:ext cx="19050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100"/>
              <a:t>preset shadow</a:t>
            </a:r>
            <a:endParaRPr lang="en-US" dirty="0"/>
          </a:p>
        </p:txBody>
      </p:sp>
      <p:sp>
        <p:nvSpPr>
          <p:cNvPr id="21" name="rotated shadow"/>
          <p:cNvSpPr/>
          <p:nvPr/>
        </p:nvSpPr>
        <p:spPr>
          <a:xfrm rot="2700000">
            <a:off x="9715500" y="3905250"/>
            <a:ext cx="1524000" cy="1047750"/>
          </a:xfrm>
          <a:prstGeom prst="roundRect">
            <a:avLst/>
          </a:prstGeom>
          <a:solidFill>
            <a:srgbClr val="4472C4"/>
          </a:solidFill>
          <a:effectLst>
            <a:outerShdw blurRad="38100" dist="762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cap"/>
          <p:cNvSpPr/>
          <p:nvPr/>
        </p:nvSpPr>
        <p:spPr>
          <a:xfrm>
            <a:off x="9525000" y="5429250"/>
            <a:ext cx="1905000" cy="285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dirty="0" sz="1100"/>
              <a:t>rotated shadow</a:t>
            </a:r>
            <a:endParaRPr lang="en-US" dirty="0"/>
          </a:p>
        </p:txBody>
      </p:sp>
      <p:sp>
        <p:nvSpPr>
          <p:cNvPr id="23" name="theme effect"/>
          <p:cNvSpPr/>
          <p:nvPr/>
        </p:nvSpPr>
        <p:spPr>
          <a:xfrm>
            <a:off x="10477500" y="5715000"/>
            <a:ext cx="1143000" cy="571500"/>
          </a:xfrm>
          <a:prstGeom prst="rect">
            <a:avLst/>
          </a:prstGeom>
        </p:spPr>
        <p:style>
          <a:lnRef idx="0">
            <a:schemeClr val="accent1"/>
          </a:lnRef>
          <a:fillRef idx="1">
            <a:schemeClr val="accent6"/>
          </a:fillRef>
          <a:effectRef idx="3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t" typeface="新細明體"/>
      </a:majorFont>
      <a:minorFont>
        <a:latin typeface="Calibri"/>
        <a:ea typeface=""/>
        <a:cs typeface=""/>
        <a:font script="Jpan" typeface="游ゴシック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Shapes, fills, lines and effects</dc:title>
  <dc:creator>PPTX2HTML fixtures</dc:creator>
</cp:coreProperties>
</file>