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Default Extension="emf" ContentType="image/x-emf"/>
  <Default Extension="wmf" ContentType="image/x-wmf"/>
  <Default Extension="wav" ContentType="audio/wav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diagrams/drawing1.xml" ContentType="application/vnd.ms-office.drawingml.diagramDrawing+xml"/>
  <Override PartName="/ppt/diagrams/data1.xml" ContentType="application/vnd.openxmlformats-officedocument.drawingml.diagramData+xml"/>
</Types>
</file>

<file path=_rels/.rels><?xml version="1.0" encoding="UTF-8" standalone="yes"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title>
      <c:tx>
        <c:rich>
          <a:bodyPr/>
          <a:p>
            <a:pPr>
              <a:defRPr sz="1400" b="0"/>
            </a:pPr>
            <a:r>
              <a:rPr lang="en-US" sz="1400"/>
              <a:t>Clustered column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title>
      <c:tx>
        <c:rich>
          <a:bodyPr/>
          <a:p>
            <a:pPr>
              <a:defRPr sz="1400" b="0"/>
            </a:pPr>
            <a:r>
              <a:rPr lang="en-US" sz="1400"/>
              <a:t>Stacked bar (horizontal)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</c:ser>
        <c:gapWidth val="8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title>
      <c:tx>
        <c:rich>
          <a:bodyPr/>
          <a:p>
            <a:pPr>
              <a:defRPr sz="1400" b="0"/>
            </a:pPr>
            <a:r>
              <a:rPr lang="en-US" sz="1400"/>
              <a:t>100% stacked column</a:t>
            </a:r>
          </a:p>
        </c:rich>
      </c:tx>
      <c:overlay val="0"/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</c:ser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title>
      <c:tx>
        <c:rich>
          <a:bodyPr/>
          <a:p>
            <a:pPr>
              <a:defRPr sz="1400" b="0"/>
            </a:pPr>
            <a:r>
              <a:rPr lang="en-US" sz="1400"/>
              <a:t>Line with markers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marker>
            <c:symbol val="circle"/>
            <c:size val="7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9</c:v>
                </c:pt>
                <c:pt idx="3">
                  <c:v>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marker>
            <c:symbol val="square"/>
            <c:size val="6"/>
          </c:marker>
          <c:smooth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4"/>
                <c:pt idx="0">
                  <c:v>7</c:v>
                </c:pt>
                <c:pt idx="1">
                  <c:v>8</c:v>
                </c:pt>
                <c:pt idx="2">
                  <c:v>11</c:v>
                </c:pt>
                <c:pt idx="3">
                  <c:v>9</c:v>
                </c:pt>
              </c:numCache>
            </c:numRef>
          </c:val>
        </c:ser>
        <c:marker val="1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title>
      <c:tx>
        <c:rich>
          <a:bodyPr/>
          <a:p>
            <a:pPr>
              <a:defRPr sz="1400" b="0"/>
            </a:pPr>
            <a:r>
              <a:rPr lang="en-US" sz="1400"/>
              <a:t>Area</a:t>
            </a:r>
          </a:p>
        </c:rich>
      </c:tx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2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</c:ser>
        <c:axId val="1"/>
        <c:axId val="2"/>
      </c:areaChart>
      <c:catAx>
        <c:axId val="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title>
      <c:tx>
        <c:rich>
          <a:bodyPr/>
          <a:p>
            <a:pPr>
              <a:defRPr sz="1400" b="0"/>
            </a:pPr>
            <a:r>
              <a:rPr lang="en-US" sz="1400"/>
              <a:t>Pie with labels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explosion val="12"/>
          </c:dPt>
          <c:dLbls>
            <c:numFmt formatCode="0%" sourceLinked="0"/>
            <c:showLegendKey val="0"/>
            <c:showVal val="0"/>
            <c:showCatName val="0"/>
            <c:showSerName val="0"/>
            <c:showPercent val="1"/>
            <c:showBubbleSize val="0"/>
          </c:dLbls>
          <c:cat>
            <c:strRef>
              <c:f>Sheet1!$A$2:$A$5</c:f>
              <c:strCache>
                <c:ptCount val="4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  <c:pt idx="3">
                  <c:v>Delta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4"/>
                <c:pt idx="0">
                  <c:v>45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</c:pieChart>
    </c:plotArea>
    <c:legend>
      <c:legendPos val="r"/>
      <c:overlay val="0"/>
    </c:legend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title>
      <c:tx>
        <c:rich>
          <a:bodyPr/>
          <a:p>
            <a:pPr>
              <a:defRPr sz="1400" b="0"/>
            </a:pPr>
            <a:r>
              <a:rPr lang="en-US" sz="1400"/>
              <a:t>Doughnut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</c:ser>
        <c:firstSliceAng val="0"/>
        <c:holeSize val="55"/>
      </c:doughnutChart>
    </c:plotArea>
    <c:legend>
      <c:legendPos val="b"/>
      <c:overlay val="0"/>
    </c:legend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title>
      <c:tx>
        <c:rich>
          <a:bodyPr/>
          <a:p>
            <a:pPr>
              <a:defRPr sz="1400" b="0"/>
            </a:pPr>
            <a:r>
              <a:rPr lang="en-US" sz="1400"/>
              <a:t>Scatter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pts</c:v>
          </c:tx>
          <c:spPr>
            <a:ln w="19050">
              <a:noFill/>
            </a:ln>
          </c:spPr>
          <c:trendline>
            <c:trendlineType val="linear"/>
            <c:dispRSqr val="0"/>
            <c:dispEq val="0"/>
          </c:trendline>
          <c:xVal>
            <c:numRef>
              <c:f>x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3.5</c:v>
                </c:pt>
                <c:pt idx="3">
                  <c:v>5</c:v>
                </c:pt>
                <c:pt idx="4">
                  <c:v>7</c:v>
                </c:pt>
              </c:numCache>
            </c:numRef>
          </c:xVal>
          <c:yVal>
            <c:numRef>
              <c:f>y</c:f>
              <c:numCache>
                <c:formatCode>General</c:formatCode>
                <c:ptCount val="5"/>
                <c:pt idx="0">
                  <c:v>2</c:v>
                </c:pt>
                <c:pt idx="1">
                  <c:v>4.5</c:v>
                </c:pt>
                <c:pt idx="2">
                  <c:v>3</c:v>
                </c:pt>
                <c:pt idx="3">
                  <c:v>6</c:v>
                </c:pt>
                <c:pt idx="4">
                  <c:v>7.2</c:v>
                </c:pt>
              </c:numCache>
            </c:numRef>
          </c:yVal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"/>
        <c:crosses val="autoZero"/>
        <c:crossBetween val="midCat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midCat"/>
      </c:valAx>
    </c:plotArea>
    <c:legend>
      <c:legendPos val="b"/>
      <c:overlay val="0"/>
    </c:legend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title>
      <c:tx>
        <c:rich>
          <a:bodyPr/>
          <a:p>
            <a:pPr>
              <a:defRPr sz="1400" b="0"/>
            </a:pPr>
            <a:r>
              <a:rPr lang="en-US" sz="1400"/>
              <a:t>Bubble</a:t>
            </a:r>
          </a:p>
        </c:rich>
      </c:tx>
      <c:overlay val="0"/>
    </c:title>
    <c:autoTitleDeleted val="0"/>
    <c:plotArea>
      <c:layout/>
      <c:bubbleChart>
        <c:varyColors val="0"/>
        <c:ser>
          <c:idx val="0"/>
          <c:order val="0"/>
          <c:tx>
            <c:v>b</c:v>
          </c:tx>
          <c:xVal>
            <c:numRef>
              <c:f>x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y</c:f>
              <c:numCache>
                <c:formatCode>General</c:formatCode>
                <c:ptCount val="4"/>
                <c:pt idx="0">
                  <c:v>3</c:v>
                </c:pt>
                <c:pt idx="1">
                  <c:v>1</c:v>
                </c:pt>
                <c:pt idx="2">
                  <c:v>4</c:v>
                </c:pt>
                <c:pt idx="3">
                  <c:v>2</c:v>
                </c:pt>
              </c:numCache>
            </c:numRef>
          </c:yVal>
          <c:bubbleSize>
            <c:numRef>
              <c:f>s</c:f>
              <c:numCache>
                <c:formatCode>General</c:formatCode>
                <c:ptCount val="4"/>
                <c:pt idx="0">
                  <c:v>10</c:v>
                </c:pt>
                <c:pt idx="1">
                  <c:v>40</c:v>
                </c:pt>
                <c:pt idx="2">
                  <c:v>25</c:v>
                </c:pt>
                <c:pt idx="3">
                  <c:v>60</c:v>
                </c:pt>
              </c:numCache>
            </c:numRef>
          </c:bubbleSize>
        </c:ser>
        <c:bubbleScale val="100"/>
        <c:showNegBubbles val="0"/>
        <c:axId val="1"/>
        <c:axId val="2"/>
      </c:bubbleChart>
      <c:valAx>
        <c:axId val="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"/>
        <c:crosses val="autoZero"/>
        <c:crossBetween val="midCat"/>
      </c:val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midCat"/>
      </c:valAx>
    </c:plotArea>
    <c:legend>
      <c:legendPos val="b"/>
      <c:overlay val="0"/>
    </c:legend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title>
      <c:tx>
        <c:rich>
          <a:bodyPr/>
          <a:p>
            <a:pPr>
              <a:defRPr sz="1400" b="0"/>
            </a:pPr>
            <a:r>
              <a:rPr lang="en-US" sz="1400"/>
              <a:t>Radar</a:t>
            </a:r>
          </a:p>
        </c:rich>
      </c:tx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r1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2</c:v>
                </c:pt>
                <c:pt idx="4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r2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3</c:v>
                </c:pt>
                <c:pt idx="3">
                  <c:v>4</c:v>
                </c:pt>
                <c:pt idx="4">
                  <c:v>1</c:v>
                </c:pt>
              </c:numCache>
            </c:numRef>
          </c:val>
        </c:ser>
        <c:axId val="1"/>
        <c:axId val="2"/>
      </c:radarChart>
      <c:catAx>
        <c:axId val="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title>
      <c:tx>
        <c:rich>
          <a:bodyPr/>
          <a:p>
            <a:pPr>
              <a:defRPr sz="1400" b="0"/>
            </a:pPr>
            <a:r>
              <a:rPr lang="en-US" sz="1400"/>
              <a:t>Stock (HLC)</a:t>
            </a:r>
          </a:p>
        </c:rich>
      </c:tx>
      <c:overlay val="0"/>
    </c:title>
    <c:autoTitleDeleted val="0"/>
    <c:plotArea>
      <c:layout/>
      <c:stockChart>
        <c:ser>
          <c:idx val="0"/>
          <c:order val="0"/>
          <c:tx>
            <c:strRef>
              <c:f>Sheet1!$B$1</c:f>
              <c:strCache>
                <c:ptCount val="1"/>
                <c:pt idx="0">
                  <c:v>High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4"/>
                <c:pt idx="0">
                  <c:v>12</c:v>
                </c:pt>
                <c:pt idx="1">
                  <c:v>14</c:v>
                </c:pt>
                <c:pt idx="2">
                  <c:v>13</c:v>
                </c:pt>
                <c:pt idx="3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4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Close</c:v>
                </c:pt>
              </c:strCache>
            </c:strRef>
          </c:tx>
          <c:spPr>
            <a:ln>
              <a:noFill/>
            </a:ln>
          </c:spPr>
          <c:marker>
            <c:symbol val="dash"/>
            <c:size val="8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4"/>
                <c:pt idx="0">
                  <c:v>10</c:v>
                </c:pt>
                <c:pt idx="1">
                  <c:v>12</c:v>
                </c:pt>
                <c:pt idx="2">
                  <c:v>11</c:v>
                </c:pt>
                <c:pt idx="3">
                  <c:v>14</c:v>
                </c:pt>
              </c:numCache>
            </c:numRef>
          </c:val>
        </c:ser>
        <c:hiLowLines/>
        <c:axId val="1"/>
        <c:axId val="2"/>
      </c:stockChart>
      <c:catAx>
        <c:axId val="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title>
      <c:tx>
        <c:rich>
          <a:bodyPr/>
          <a:p>
            <a:pPr>
              <a:defRPr sz="1400" b="0"/>
            </a:pPr>
            <a:r>
              <a:rPr lang="en-US" sz="1400"/>
              <a:t>Combo + data labels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dLbls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4"/>
                <c:pt idx="0">
                  <c:v>120</c:v>
                </c:pt>
                <c:pt idx="1">
                  <c:v>150</c:v>
                </c:pt>
                <c:pt idx="2">
                  <c:v>90</c:v>
                </c:pt>
                <c:pt idx="3">
                  <c:v>180</c:v>
                </c:pt>
              </c:numCache>
            </c:numRef>
          </c:val>
        </c:ser>
        <c:axId val="1"/>
        <c:axId val="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Trend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4"/>
                <c:pt idx="0">
                  <c:v>100</c:v>
                </c:pt>
                <c:pt idx="1">
                  <c:v>130</c:v>
                </c:pt>
                <c:pt idx="2">
                  <c:v>110</c:v>
                </c:pt>
                <c:pt idx="3">
                  <c:v>170</c:v>
                </c:pt>
              </c:numCache>
            </c:numRef>
          </c:val>
        </c:ser>
        <c:marker val="1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title>
          <c:tx>
            <c:rich>
              <a:bodyPr rot="-5400000"/>
              <a:p>
                <a:r>
                  <a:t>Units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diagrams/data1.xml><?xml version="1.0" encoding="utf-8"?>
<dgm:dataModel xmlns:dsp="http://schemas.microsoft.com/office/drawing/2008/diagram" xmlns:a="http://schemas.openxmlformats.org/drawingml/2006/main" xmlns:dgm="http://schemas.openxmlformats.org/drawingml/2006/diagram">
  <dgm:ptLst>
    <dgm:pt modelId="{A}" type="doc">
      <dgm:prSet/>
      <dgm:spPr/>
      <dgm:t>
        <a:bodyPr/>
        <a:lstStyle/>
        <a:p>
          <a:endParaRPr lang="en-US"/>
        </a:p>
      </dgm:t>
    </dgm:pt>
  </dgm:ptLst>
  <dgm:cxnLst/>
  <dgm:bg/>
  <dgm:whole/>
  <dgm:extLst>
    <a:ext uri="http://schemas.microsoft.com/office/drawing/2008/diagram">
      <dsp:dataModelExt relId="rId2" minVer="http://schemas.openxmlformats.org/drawingml/2006/diagram"/>
    </a:ext>
  </dgm:extLst>
</dgm:dataModel>
</file>

<file path=ppt/diagrams/drawing1.xml><?xml version="1.0" encoding="utf-8"?>
<dsp:drawing xmlns:dsp="http://schemas.microsoft.com/office/drawing/2008/diagram" xmlns:a="http://schemas.openxmlformats.org/drawingml/2006/main" xmlns:dgm="http://schemas.openxmlformats.org/drawingml/2006/diagram">
  <dsp:spTree>
    <dsp:nvGrpSpPr>
      <dsp:cNvPr id="0" name=""/>
      <dsp:cNvGrpSpPr/>
    </dsp:nvGrpSpPr>
    <dsp:grpSpPr/>
    <dsp:sp modelId="{00000000-0000-0000-0000-000000000000}">
      <dsp:nvSpPr>
        <dsp:cNvPr id="0" name=""/>
        <dsp:cNvSpPr/>
      </dsp:nvSpPr>
      <dsp:spPr>
        <a:xfrm>
          <a:off x="0" y="381000"/>
          <a:ext cx="2095500" cy="1333500"/>
        </a:xfrm>
        <a:prstGeom prst="roundRect">
          <a:avLst/>
        </a:prstGeom>
        <a:solidFill>
          <a:schemeClr val="accent1"/>
        </a:solidFill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en-US" sz="2000"/>
            <a:t>Step 1</a:t>
          </a:r>
        </a:p>
      </dsp:txBody>
      <dsp:txXfrm>
        <a:off x="0" y="381000"/>
        <a:ext cx="2095500" cy="1333500"/>
      </dsp:txXfrm>
    </dsp:sp>
    <dsp:sp modelId="{00000001-0000-0000-0000-000000000000}">
      <dsp:nvSpPr>
        <dsp:cNvPr id="0" name=""/>
        <dsp:cNvSpPr/>
      </dsp:nvSpPr>
      <dsp:spPr>
        <a:xfrm>
          <a:off x="2476500" y="381000"/>
          <a:ext cx="2095500" cy="1333500"/>
        </a:xfrm>
        <a:prstGeom prst="roundRect">
          <a:avLst/>
        </a:prstGeom>
        <a:solidFill>
          <a:schemeClr val="accent2"/>
        </a:solidFill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en-US" sz="2000"/>
            <a:t>Step 2</a:t>
          </a:r>
        </a:p>
      </dsp:txBody>
      <dsp:txXfrm>
        <a:off x="2476500" y="381000"/>
        <a:ext cx="2095500" cy="1333500"/>
      </dsp:txXfrm>
    </dsp:sp>
    <dsp:sp modelId="{00000002-0000-0000-0000-000000000000}">
      <dsp:nvSpPr>
        <dsp:cNvPr id="0" name=""/>
        <dsp:cNvSpPr/>
      </dsp:nvSpPr>
      <dsp:spPr>
        <a:xfrm>
          <a:off x="4953000" y="381000"/>
          <a:ext cx="2095500" cy="1333500"/>
        </a:xfrm>
        <a:prstGeom prst="roundRect">
          <a:avLst/>
        </a:prstGeom>
        <a:solidFill>
          <a:schemeClr val="accent3"/>
        </a:solidFill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en-US" sz="2000"/>
            <a:t>Step 3</a:t>
          </a:r>
        </a:p>
      </dsp:txBody>
      <dsp:txXfrm>
        <a:off x="4953000" y="381000"/>
        <a:ext cx="2095500" cy="1333500"/>
      </dsp:txXfrm>
    </dsp:sp>
  </dsp:spTree>
</dsp:drawing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/Relationship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These are speaker notes.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7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2" sz="quarte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1B2B5-0F7B-4C38-9A3A-111111111111}" type="datetimeFigureOut">
              <a:rPr lang="en-US"/>
              <a:t>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3" sz="quarte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4" sz="quarter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1B2B5-0F7B-4C38-9A3A-22222222222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media1.png"/><Relationship Id="rId3" Type="http://schemas.openxmlformats.org/officeDocument/2006/relationships/image" Target="../media/media2.svg"/><Relationship Id="rId4" Type="http://schemas.openxmlformats.org/officeDocument/2006/relationships/image" Target="../media/media3.png"/><Relationship Id="rId5" Type="http://schemas.openxmlformats.org/officeDocument/2006/relationships/image" Target="../media/media4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media5.emf"/><Relationship Id="rId3" Type="http://schemas.openxmlformats.org/officeDocument/2006/relationships/image" Target="../media/media6.wmf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chart" Target="../charts/chart6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chart" Target="../charts/chart9.xml"/><Relationship Id="rId5" Type="http://schemas.openxmlformats.org/officeDocument/2006/relationships/chart" Target="../charts/chart10.xml"/><Relationship Id="rId6" Type="http://schemas.openxmlformats.org/officeDocument/2006/relationships/chart" Target="../charts/chart11.xml"/><Relationship Id="rId7" Type="http://schemas.openxmlformats.org/officeDocument/2006/relationships/chart" Target="../charts/chart1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media7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audio" Target="../media/media8.wav"/><Relationship Id="rId3" Type="http://schemas.microsoft.com/office/2007/relationships/media" Target="../media/media8.wav"/><Relationship Id="rId4" Type="http://schemas.openxmlformats.org/officeDocument/2006/relationships/image" Target="../media/media9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microsoft.com/office/2007/relationships/diagramDrawing" Target="../diagrams/drawing1.xml"/><Relationship Id="rId3" Type="http://schemas.openxmlformats.org/officeDocument/2006/relationships/diagramData" Target="../diagrams/data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Pictures: crop, shape clip, rotation, flip, outline, effects, SVG</a:t>
            </a:r>
            <a:endParaRPr lang="en-US" dirty="0"/>
          </a:p>
        </p:txBody>
      </p:sp>
      <p:pic>
        <p:nvPicPr>
          <p:cNvPr id="3" name="pla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666750"/>
            <a:ext cx="2286000" cy="1714500"/>
          </a:xfrm>
          <a:prstGeom prst="rect">
            <a:avLst/>
          </a:prstGeom>
        </p:spPr>
      </p:pic>
      <p:pic>
        <p:nvPicPr>
          <p:cNvPr id="4" name="crop"/>
          <p:cNvPicPr>
            <a:picLocks noChangeAspect="1"/>
          </p:cNvPicPr>
          <p:nvPr/>
        </p:nvPicPr>
        <p:blipFill>
          <a:blip r:embed="rId2"/>
          <a:srcRect l="25000" t="0" r="25000" b="40000"/>
          <a:stretch>
            <a:fillRect/>
          </a:stretch>
        </p:blipFill>
        <p:spPr>
          <a:xfrm>
            <a:off x="3048000" y="666750"/>
            <a:ext cx="2286000" cy="1714500"/>
          </a:xfrm>
          <a:prstGeom prst="rect">
            <a:avLst/>
          </a:prstGeom>
        </p:spPr>
      </p:pic>
      <p:pic>
        <p:nvPicPr>
          <p:cNvPr id="5" name="ellip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666750"/>
            <a:ext cx="2286000" cy="1714500"/>
          </a:xfrm>
          <a:prstGeom prst="ellipse">
            <a:avLst/>
          </a:prstGeom>
        </p:spPr>
      </p:pic>
      <p:pic>
        <p:nvPicPr>
          <p:cNvPr id="6" name="r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00000">
            <a:off x="8382000" y="666750"/>
            <a:ext cx="2286000" cy="1714500"/>
          </a:xfrm>
          <a:prstGeom prst="rect">
            <a:avLst/>
          </a:prstGeom>
          <a:ln w="50800">
            <a:solidFill>
              <a:srgbClr val="C00000"/>
            </a:solidFill>
          </a:ln>
        </p:spPr>
      </p:pic>
      <p:pic>
        <p:nvPicPr>
          <p:cNvPr id="7" name="flip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81000" y="2762250"/>
            <a:ext cx="2286000" cy="1714500"/>
          </a:xfrm>
          <a:prstGeom prst="rect">
            <a:avLst/>
          </a:prstGeom>
        </p:spPr>
      </p:pic>
      <p:pic>
        <p:nvPicPr>
          <p:cNvPr id="8" name="gray"/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3048000" y="2762250"/>
            <a:ext cx="2286000" cy="1714500"/>
          </a:xfrm>
          <a:prstGeom prst="rect">
            <a:avLst/>
          </a:prstGeom>
        </p:spPr>
      </p:pic>
      <p:pic>
        <p:nvPicPr>
          <p:cNvPr id="9" name="duotone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FC000"/>
            </a:duotone>
          </a:blip>
          <a:stretch>
            <a:fillRect/>
          </a:stretch>
        </p:blipFill>
        <p:spPr>
          <a:xfrm>
            <a:off x="5715000" y="2762250"/>
            <a:ext cx="2286000" cy="1714500"/>
          </a:xfrm>
          <a:prstGeom prst="rect">
            <a:avLst/>
          </a:prstGeom>
        </p:spPr>
      </p:pic>
      <p:pic>
        <p:nvPicPr>
          <p:cNvPr id="10" name="bright"/>
          <p:cNvPicPr>
            <a:picLocks noChangeAspect="1"/>
          </p:cNvPicPr>
          <p:nvPr/>
        </p:nvPicPr>
        <p:blipFill>
          <a:blip r:embed="rId2">
            <a:lum bright="40000" contrast="-20000"/>
          </a:blip>
          <a:stretch>
            <a:fillRect/>
          </a:stretch>
        </p:blipFill>
        <p:spPr>
          <a:xfrm>
            <a:off x="8382000" y="2762250"/>
            <a:ext cx="2286000" cy="1714500"/>
          </a:xfrm>
          <a:prstGeom prst="rect">
            <a:avLst/>
          </a:prstGeom>
        </p:spPr>
      </p:pic>
      <p:pic>
        <p:nvPicPr>
          <p:cNvPr id="11" name="sh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857750"/>
            <a:ext cx="2286000" cy="1524000"/>
          </a:xfrm>
          <a:prstGeom prst="rect">
            <a:avLst/>
          </a:prstGeom>
          <a:effectLst>
            <a:outerShdw blurRad="76200" dist="50800" dir="2700000">
              <a:prstClr val="black">
                <a:alpha val="50000"/>
              </a:prstClr>
            </a:outerShdw>
          </a:effectLst>
        </p:spPr>
      </p:pic>
      <p:pic>
        <p:nvPicPr>
          <p:cNvPr id="12" name="sof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4857750"/>
            <a:ext cx="2286000" cy="1524000"/>
          </a:xfrm>
          <a:prstGeom prst="rect">
            <a:avLst/>
          </a:prstGeom>
          <a:effectLst>
            <a:softEdge rad="254000"/>
          </a:effectLst>
        </p:spPr>
      </p:pic>
      <p:pic>
        <p:nvPicPr>
          <p:cNvPr id="13" name="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4857750"/>
            <a:ext cx="1524000" cy="1524000"/>
          </a:xfrm>
          <a:prstGeom prst="rect">
            <a:avLst/>
          </a:prstGeom>
        </p:spPr>
      </p:pic>
      <p:sp>
        <p:nvSpPr>
          <p:cNvPr id="14" name="behind"/>
          <p:cNvSpPr txBox="1"/>
          <p:nvPr/>
        </p:nvSpPr>
        <p:spPr>
          <a:xfrm>
            <a:off x="8191500" y="4953000"/>
            <a:ext cx="2286000" cy="1333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400" b="1">
                <a:solidFill>
                  <a:srgbClr val="FF0000"/>
                </a:solidFill>
              </a:rPr>
              <a:t>Transparent colour</a:t>
            </a:r>
            <a:endParaRPr lang="en-US" dirty="0"/>
          </a:p>
        </p:txBody>
      </p:sp>
      <p:pic>
        <p:nvPicPr>
          <p:cNvPr id="15" name="clrChange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91500" y="4857750"/>
            <a:ext cx="2286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Meta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Metafile pictures: EMF and WMF converted to SVG (brushes, pens, shapes, hatches)</a:t>
            </a:r>
            <a:endParaRPr lang="en-US" dirty="0"/>
          </a:p>
        </p:txBody>
      </p:sp>
      <p:pic>
        <p:nvPicPr>
          <p:cNvPr id="3" name="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47750"/>
            <a:ext cx="4762500" cy="3571875"/>
          </a:xfrm>
          <a:prstGeom prst="rect">
            <a:avLst/>
          </a:prstGeom>
        </p:spPr>
      </p:pic>
      <p:pic>
        <p:nvPicPr>
          <p:cNvPr id="4" name="w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047750"/>
            <a:ext cx="4762500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Grou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Groups: nested, rotated, flipped, scaled (chExt != ext), group fill</a:t>
            </a:r>
            <a:endParaRPr lang="en-US" dirty="0"/>
          </a:p>
        </p:txBody>
      </p:sp>
      <p:grpSp>
        <p:nvGrpSpPr>
          <p:cNvPr id="3" name="g1"/>
          <p:cNvGrpSpPr/>
          <p:nvPr/>
        </p:nvGrpSpPr>
        <p:grpSpPr>
          <a:xfrm>
            <a:off x="381000" y="762000"/>
            <a:ext cx="2095500" cy="1333500"/>
            <a:chOff x="381000" y="762000"/>
            <a:chExt cx="2095500" cy="1333500"/>
          </a:xfrm>
        </p:grpSpPr>
        <p:sp>
          <p:nvSpPr>
            <p:cNvPr id="4" name="A"/>
            <p:cNvSpPr/>
            <p:nvPr/>
          </p:nvSpPr>
          <p:spPr>
            <a:xfrm>
              <a:off x="381000" y="762000"/>
              <a:ext cx="952500" cy="5715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dirty="0" sz="1200"/>
                <a:t>A</a:t>
              </a:r>
              <a:endParaRPr lang="en-US" dirty="0"/>
            </a:p>
          </p:txBody>
        </p:sp>
        <p:sp>
          <p:nvSpPr>
            <p:cNvPr id="5" name="B"/>
            <p:cNvSpPr/>
            <p:nvPr/>
          </p:nvSpPr>
          <p:spPr>
            <a:xfrm>
              <a:off x="1524000" y="1524000"/>
              <a:ext cx="952500" cy="5715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dirty="0" sz="1200"/>
                <a:t>B</a:t>
              </a:r>
              <a:endParaRPr lang="en-US" dirty="0"/>
            </a:p>
          </p:txBody>
        </p:sp>
      </p:grpSp>
      <p:grpSp>
        <p:nvGrpSpPr>
          <p:cNvPr id="6" name="rot"/>
          <p:cNvGrpSpPr/>
          <p:nvPr/>
        </p:nvGrpSpPr>
        <p:grpSpPr>
          <a:xfrm rot="1800000">
            <a:off x="3048000" y="762000"/>
            <a:ext cx="2095500" cy="1333500"/>
            <a:chOff x="3048000" y="762000"/>
            <a:chExt cx="2095500" cy="1333500"/>
          </a:xfrm>
        </p:grpSpPr>
        <p:sp>
          <p:nvSpPr>
            <p:cNvPr id="7" name="A"/>
            <p:cNvSpPr/>
            <p:nvPr/>
          </p:nvSpPr>
          <p:spPr>
            <a:xfrm>
              <a:off x="3048000" y="762000"/>
              <a:ext cx="952500" cy="5715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dirty="0" sz="1200"/>
                <a:t>A</a:t>
              </a:r>
              <a:endParaRPr lang="en-US" dirty="0"/>
            </a:p>
          </p:txBody>
        </p:sp>
        <p:sp>
          <p:nvSpPr>
            <p:cNvPr id="8" name="B"/>
            <p:cNvSpPr/>
            <p:nvPr/>
          </p:nvSpPr>
          <p:spPr>
            <a:xfrm>
              <a:off x="4191000" y="1524000"/>
              <a:ext cx="952500" cy="5715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dirty="0" sz="1200"/>
                <a:t>B</a:t>
              </a:r>
              <a:endParaRPr lang="en-US" dirty="0"/>
            </a:p>
          </p:txBody>
        </p:sp>
      </p:grpSp>
      <p:grpSp>
        <p:nvGrpSpPr>
          <p:cNvPr id="9" name="flip"/>
          <p:cNvGrpSpPr/>
          <p:nvPr/>
        </p:nvGrpSpPr>
        <p:grpSpPr>
          <a:xfrm flipH="1">
            <a:off x="5715000" y="762000"/>
            <a:ext cx="2095500" cy="1333500"/>
            <a:chOff x="5715000" y="762000"/>
            <a:chExt cx="2095500" cy="1333500"/>
          </a:xfrm>
        </p:grpSpPr>
        <p:sp>
          <p:nvSpPr>
            <p:cNvPr id="10" name="A"/>
            <p:cNvSpPr/>
            <p:nvPr/>
          </p:nvSpPr>
          <p:spPr>
            <a:xfrm>
              <a:off x="5715000" y="762000"/>
              <a:ext cx="952500" cy="5715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dirty="0" sz="1200"/>
                <a:t>A</a:t>
              </a:r>
              <a:endParaRPr lang="en-US" dirty="0"/>
            </a:p>
          </p:txBody>
        </p:sp>
        <p:sp>
          <p:nvSpPr>
            <p:cNvPr id="11" name="B"/>
            <p:cNvSpPr/>
            <p:nvPr/>
          </p:nvSpPr>
          <p:spPr>
            <a:xfrm>
              <a:off x="6858000" y="1524000"/>
              <a:ext cx="952500" cy="5715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dirty="0" sz="1200"/>
                <a:t>B</a:t>
              </a:r>
              <a:endParaRPr lang="en-US" dirty="0"/>
            </a:p>
          </p:txBody>
        </p:sp>
      </p:grpSp>
      <p:grpSp>
        <p:nvGrpSpPr>
          <p:cNvPr id="12" name="scaled"/>
          <p:cNvGrpSpPr/>
          <p:nvPr/>
        </p:nvGrpSpPr>
        <p:grpSpPr>
          <a:xfrm>
            <a:off x="8382000" y="762000"/>
            <a:ext cx="3143250" cy="2000250"/>
            <a:chOff x="0" y="0"/>
            <a:chExt cx="2095500" cy="1333500"/>
          </a:xfrm>
        </p:grpSpPr>
        <p:sp>
          <p:nvSpPr>
            <p:cNvPr id="13" name="A"/>
            <p:cNvSpPr/>
            <p:nvPr/>
          </p:nvSpPr>
          <p:spPr>
            <a:xfrm>
              <a:off x="0" y="0"/>
              <a:ext cx="952500" cy="5715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dirty="0" sz="1200"/>
                <a:t>A</a:t>
              </a:r>
              <a:endParaRPr lang="en-US" dirty="0"/>
            </a:p>
          </p:txBody>
        </p:sp>
        <p:sp>
          <p:nvSpPr>
            <p:cNvPr id="14" name="B"/>
            <p:cNvSpPr/>
            <p:nvPr/>
          </p:nvSpPr>
          <p:spPr>
            <a:xfrm>
              <a:off x="1143000" y="762000"/>
              <a:ext cx="952500" cy="5715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dirty="0" sz="1200"/>
                <a:t>B</a:t>
              </a:r>
              <a:endParaRPr lang="en-US" dirty="0"/>
            </a:p>
          </p:txBody>
        </p:sp>
      </p:grpSp>
      <p:grpSp>
        <p:nvGrpSpPr>
          <p:cNvPr id="15" name="nested"/>
          <p:cNvGrpSpPr/>
          <p:nvPr/>
        </p:nvGrpSpPr>
        <p:grpSpPr>
          <a:xfrm>
            <a:off x="381000" y="3048000"/>
            <a:ext cx="4762500" cy="2857500"/>
            <a:chOff x="381000" y="3048000"/>
            <a:chExt cx="4762500" cy="2857500"/>
          </a:xfrm>
        </p:grpSpPr>
        <p:sp>
          <p:nvSpPr>
            <p:cNvPr id="16" name="outer"/>
            <p:cNvSpPr/>
            <p:nvPr/>
          </p:nvSpPr>
          <p:spPr>
            <a:xfrm>
              <a:off x="381000" y="3048000"/>
              <a:ext cx="952500" cy="571500"/>
            </a:xfrm>
            <a:prstGeom prst="rect">
              <a:avLst/>
            </a:prstGeom>
            <a:solidFill>
              <a:srgbClr val="70AD4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dirty="0" sz="1200"/>
                <a:t>outer</a:t>
              </a:r>
              <a:endParaRPr lang="en-US" dirty="0"/>
            </a:p>
          </p:txBody>
        </p:sp>
        <p:grpSp>
          <p:nvGrpSpPr>
            <p:cNvPr id="17" name="inner"/>
            <p:cNvGrpSpPr/>
            <p:nvPr/>
          </p:nvGrpSpPr>
          <p:grpSpPr>
            <a:xfrm>
              <a:off x="1905000" y="3810000"/>
              <a:ext cx="3238500" cy="2095500"/>
              <a:chOff x="0" y="0"/>
              <a:chExt cx="1619250" cy="1047750"/>
            </a:xfrm>
          </p:grpSpPr>
          <p:sp>
            <p:nvSpPr>
              <p:cNvPr id="18" name="in1"/>
              <p:cNvSpPr/>
              <p:nvPr/>
            </p:nvSpPr>
            <p:spPr>
              <a:xfrm>
                <a:off x="0" y="0"/>
                <a:ext cx="952500" cy="5715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r>
                  <a:rPr lang="en-US" dirty="0" sz="1200"/>
                  <a:t>in1</a:t>
                </a:r>
                <a:endParaRPr lang="en-US" dirty="0"/>
              </a:p>
            </p:txBody>
          </p:sp>
          <p:sp>
            <p:nvSpPr>
              <p:cNvPr id="19" name="in2"/>
              <p:cNvSpPr/>
              <p:nvPr/>
            </p:nvSpPr>
            <p:spPr>
              <a:xfrm>
                <a:off x="666750" y="476250"/>
                <a:ext cx="952500" cy="571500"/>
              </a:xfrm>
              <a:prstGeom prst="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r>
                  <a:rPr lang="en-US" dirty="0" sz="1200"/>
                  <a:t>in2</a:t>
                </a:r>
                <a:endParaRPr lang="en-US" dirty="0"/>
              </a:p>
            </p:txBody>
          </p:sp>
        </p:grpSp>
      </p:grpSp>
      <p:grpSp>
        <p:nvGrpSpPr>
          <p:cNvPr id="20" name="grpFill"/>
          <p:cNvGrpSpPr/>
          <p:nvPr/>
        </p:nvGrpSpPr>
        <p:grpSpPr>
          <a:xfrm>
            <a:off x="6096000" y="3429000"/>
            <a:ext cx="2857500" cy="1905000"/>
            <a:chOff x="6096000" y="3429000"/>
            <a:chExt cx="2857500" cy="1905000"/>
          </a:xfrm>
          <a:solidFill>
            <a:srgbClr val="ED7D31"/>
          </a:solidFill>
        </p:grpSpPr>
        <p:sp>
          <p:nvSpPr>
            <p:cNvPr id="21" name="uses group fill"/>
            <p:cNvSpPr/>
            <p:nvPr/>
          </p:nvSpPr>
          <p:spPr>
            <a:xfrm>
              <a:off x="6096000" y="3429000"/>
              <a:ext cx="1333500" cy="1905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wn fill"/>
            <p:cNvSpPr/>
            <p:nvPr/>
          </p:nvSpPr>
          <p:spPr>
            <a:xfrm>
              <a:off x="7620000" y="3429000"/>
              <a:ext cx="1333500" cy="1905000"/>
            </a:xfrm>
            <a:prstGeom prst="rec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Tables: built-in styles, banding, merged cells, borders, cell fill/margins/anchors</a:t>
            </a:r>
            <a:endParaRPr lang="en-US" dirty="0"/>
          </a:p>
        </p:txBody>
      </p:sp>
      <p:graphicFrame>
        <p:nvGraphicFramePr>
          <p:cNvPr id="3" name="Medium Style 2 Accent 1"/>
          <p:cNvGraphicFramePr/>
          <p:nvPr/>
        </p:nvGraphicFramePr>
        <p:xfrm>
          <a:off x="381000" y="666750"/>
          <a:ext cx="4000500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1333500"/>
                <a:gridCol w="1333500"/>
              </a:tblGrid>
              <a:tr h="342900">
                <a:tc>
                  <a:txBody>
                    <a:bodyPr/>
                    <a:lstStyle/>
                    <a:p>
                      <a:r>
                        <a:rPr lang="en-US" sz="1200" dirty="0"/>
                        <a:t>Header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Header 3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sz="1200" dirty="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R1C3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sz="1200" dirty="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R2C3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sz="1200" dirty="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R3C3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sz="1200" dirty="0"/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R4C3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Light Style 1 Accent 2"/>
          <p:cNvGraphicFramePr/>
          <p:nvPr/>
        </p:nvGraphicFramePr>
        <p:xfrm>
          <a:off x="4762500" y="666750"/>
          <a:ext cx="4000500" cy="17145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333500"/>
                <a:gridCol w="1333500"/>
                <a:gridCol w="1333500"/>
              </a:tblGrid>
              <a:tr h="342900">
                <a:tc>
                  <a:txBody>
                    <a:bodyPr/>
                    <a:lstStyle/>
                    <a:p>
                      <a:r>
                        <a:rPr lang="en-US" sz="1200" dirty="0"/>
                        <a:t>Header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Header 3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sz="1200" dirty="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R1C3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sz="1200" dirty="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R2C3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sz="1200" dirty="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R3C3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sz="1200" dirty="0"/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R4C3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Dark Style 1"/>
          <p:cNvGraphicFramePr/>
          <p:nvPr/>
        </p:nvGraphicFramePr>
        <p:xfrm>
          <a:off x="9144000" y="666750"/>
          <a:ext cx="2667000" cy="1714500"/>
        </p:xfrm>
        <a:graphic>
          <a:graphicData uri="http://schemas.openxmlformats.org/drawingml/2006/table">
            <a:tbl>
              <a:tblPr firstRow="1" firstCol="1" lastRow="1" bandRow="1">
                <a:tableStyleId>{E8034E78-7F5D-4C2E-B375-FC64B27BC917}</a:tableStyleId>
              </a:tblPr>
              <a:tblGrid>
                <a:gridCol w="857250"/>
                <a:gridCol w="857250"/>
                <a:gridCol w="952500"/>
              </a:tblGrid>
              <a:tr h="342900">
                <a:tc>
                  <a:txBody>
                    <a:bodyPr/>
                    <a:lstStyle/>
                    <a:p>
                      <a:r>
                        <a:rPr lang="en-US" sz="1200" dirty="0"/>
                        <a:t>Header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Header 3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sz="1200" dirty="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R1C3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sz="1200" dirty="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R2C3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sz="1200" dirty="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R3C3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sz="1200" dirty="0"/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R4C3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Merged and formatted"/>
          <p:cNvGraphicFramePr/>
          <p:nvPr/>
        </p:nvGraphicFramePr>
        <p:xfrm>
          <a:off x="381000" y="2857500"/>
          <a:ext cx="5715000" cy="285750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47625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Merged across 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Diagonal</a:t>
                      </a:r>
                    </a:p>
                  </a:txBody>
                  <a:tcPr>
                    <a:lnTlToBr w="12700">
                      <a:solidFill>
                        <a:srgbClr val="FF0000"/>
                      </a:solidFill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Thick border</a:t>
                      </a:r>
                    </a:p>
                  </a:txBody>
                  <a:tcPr>
                    <a:lnL w="50800">
                      <a:solidFill>
                        <a:srgbClr val="0070C0"/>
                      </a:solidFill>
                    </a:lnL>
                    <a:lnR w="50800">
                      <a:solidFill>
                        <a:srgbClr val="0070C0"/>
                      </a:solidFill>
                    </a:lnR>
                    <a:lnT w="50800">
                      <a:solidFill>
                        <a:srgbClr val="0070C0"/>
                      </a:solidFill>
                    </a:lnT>
                    <a:lnB w="50800">
                      <a:solidFill>
                        <a:srgbClr val="0070C0"/>
                      </a:solidFill>
                    </a:lnB>
                  </a:tcPr>
                </a:tc>
              </a:tr>
              <a:tr h="952500">
                <a:tc rowSpan="2">
                  <a:txBody>
                    <a:bodyPr/>
                    <a:lstStyle/>
                    <a:p>
                      <a:r>
                        <a:rPr lang="en-US" sz="1200" dirty="0"/>
                        <a:t>Row span 2</a:t>
                      </a:r>
                    </a:p>
                  </a:txBody>
                  <a:tcPr anchor="ctr"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bottom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centre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margins</a:t>
                      </a:r>
                    </a:p>
                  </a:txBody>
                  <a:tcPr marL="365760" marT="182880"/>
                </a:tc>
              </a:tr>
              <a:tr h="571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gradient</a:t>
                      </a:r>
                    </a:p>
                  </a:txBody>
                  <a:tcPr>
                    <a:gradFill>
                      <a:gsLst>
                        <a:gs pos="0">
                          <a:srgbClr val="FF0000"/>
                        </a:gs>
                        <a:gs pos="100000">
                          <a:srgbClr val="FFFF00"/>
                        </a:gs>
                      </a:gsLst>
                      <a:lin ang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vertical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dash</a:t>
                      </a:r>
                    </a:p>
                  </a:txBody>
                  <a:tcPr>
                    <a:lnB w="25400">
                      <a:solidFill>
                        <a:srgbClr val="000000"/>
                      </a:solidFill>
                      <a:prstDash val="dash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Char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Charts 1</a:t>
            </a:r>
            <a:endParaRPr lang="en-US" dirty="0"/>
          </a:p>
        </p:txBody>
      </p:sp>
      <p:graphicFrame>
        <p:nvGraphicFramePr>
          <p:cNvPr id="3" name="Clustered column"/>
          <p:cNvGraphicFramePr/>
          <p:nvPr/>
        </p:nvGraphicFramePr>
        <p:xfrm>
          <a:off x="190500" y="571500"/>
          <a:ext cx="3810000" cy="2952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Stacked bar (horizontal)"/>
          <p:cNvGraphicFramePr/>
          <p:nvPr/>
        </p:nvGraphicFramePr>
        <p:xfrm>
          <a:off x="4191000" y="571500"/>
          <a:ext cx="3810000" cy="29527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100% stacked column"/>
          <p:cNvGraphicFramePr/>
          <p:nvPr/>
        </p:nvGraphicFramePr>
        <p:xfrm>
          <a:off x="8191500" y="571500"/>
          <a:ext cx="3810000" cy="29527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6" name="Line with markers"/>
          <p:cNvGraphicFramePr/>
          <p:nvPr/>
        </p:nvGraphicFramePr>
        <p:xfrm>
          <a:off x="190500" y="3714750"/>
          <a:ext cx="3810000" cy="295275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7" name="Area"/>
          <p:cNvGraphicFramePr/>
          <p:nvPr/>
        </p:nvGraphicFramePr>
        <p:xfrm>
          <a:off x="4191000" y="3714750"/>
          <a:ext cx="3810000" cy="295275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8" name="Pie with labels"/>
          <p:cNvGraphicFramePr/>
          <p:nvPr/>
        </p:nvGraphicFramePr>
        <p:xfrm>
          <a:off x="8191500" y="3714750"/>
          <a:ext cx="3810000" cy="295275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Char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Charts 2</a:t>
            </a:r>
            <a:endParaRPr lang="en-US" dirty="0"/>
          </a:p>
        </p:txBody>
      </p:sp>
      <p:graphicFrame>
        <p:nvGraphicFramePr>
          <p:cNvPr id="3" name="Doughnut"/>
          <p:cNvGraphicFramePr/>
          <p:nvPr/>
        </p:nvGraphicFramePr>
        <p:xfrm>
          <a:off x="190500" y="571500"/>
          <a:ext cx="3810000" cy="2952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Scatter"/>
          <p:cNvGraphicFramePr/>
          <p:nvPr/>
        </p:nvGraphicFramePr>
        <p:xfrm>
          <a:off x="4191000" y="571500"/>
          <a:ext cx="3810000" cy="29527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Bubble"/>
          <p:cNvGraphicFramePr/>
          <p:nvPr/>
        </p:nvGraphicFramePr>
        <p:xfrm>
          <a:off x="8191500" y="571500"/>
          <a:ext cx="3810000" cy="29527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6" name="Radar"/>
          <p:cNvGraphicFramePr/>
          <p:nvPr/>
        </p:nvGraphicFramePr>
        <p:xfrm>
          <a:off x="190500" y="3714750"/>
          <a:ext cx="3810000" cy="295275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7" name="Stock (HLC)"/>
          <p:cNvGraphicFramePr/>
          <p:nvPr/>
        </p:nvGraphicFramePr>
        <p:xfrm>
          <a:off x="4191000" y="3714750"/>
          <a:ext cx="3810000" cy="295275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8" name="Combo + data labels"/>
          <p:cNvGraphicFramePr/>
          <p:nvPr/>
        </p:nvGraphicFramePr>
        <p:xfrm>
          <a:off x="8191500" y="3714750"/>
          <a:ext cx="3810000" cy="295275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Solid background"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Solid background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Gradient background">
    <p:bg>
      <p:bgPr>
        <a:gradFill>
          <a:gsLst>
            <a:gs pos="0">
              <a:srgbClr val="FFFFFF"/>
            </a:gs>
            <a:gs pos="100000">
              <a:srgbClr val="1F4E7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Gradient background</a:t>
            </a:r>
            <a:endParaRPr lang="en-US" dirty="0"/>
          </a:p>
        </p:txBody>
      </p:sp>
      <p:sp>
        <p:nvSpPr>
          <p:cNvPr id="3" name="red"/>
          <p:cNvSpPr/>
          <p:nvPr/>
        </p:nvSpPr>
        <p:spPr>
          <a:xfrm>
            <a:off x="952500" y="1905000"/>
            <a:ext cx="3810000" cy="3810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4" name="bgfill"/>
          <p:cNvSpPr/>
          <p:nvPr/>
        </p:nvSpPr>
        <p:spPr>
          <a:xfrm>
            <a:off x="1905000" y="2857500"/>
            <a:ext cx="1905000" cy="1905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grad no stops"/>
          <p:cNvSpPr/>
          <p:nvPr/>
        </p:nvSpPr>
        <p:spPr>
          <a:xfrm>
            <a:off x="6667500" y="1905000"/>
            <a:ext cx="3810000" cy="3810000"/>
          </a:xfrm>
          <a:prstGeom prst="rect">
            <a:avLst/>
          </a:prstGeom>
          <a:gradFill rotWithShape="1">
            <a:lin ang="0" scaled="0"/>
          </a:gradFill>
        </p:spPr>
        <p:style>
          <a:lnRef idx="0">
            <a:schemeClr val="accent1"/>
          </a:lnRef>
          <a:fillRef idx="3">
            <a:schemeClr val="accent2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heme background (bgRef 1003)">
    <p:bg>
      <p:bgRef idx="1003">
        <a:schemeClr val="accent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Theme background (bgRef 1003)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Pattern background">
    <p:bg>
      <p:bgPr>
        <a:pattFill prst="smGrid">
          <a:fgClr>
            <a:srgbClr val="BDD7EE"/>
          </a:fgClr>
          <a:bgClr>
            <a:srgbClr val="FFFFFF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Pattern background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Picture background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Picture background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 Slide Layout</a:t>
            </a:r>
            <a:endParaRPr lang="en-US" dirty="0"/>
          </a:p>
        </p:txBody>
      </p:sp>
      <p:sp>
        <p:nvSpPr>
          <p:cNvPr id="3" name="Subtitle 2"/>
          <p:cNvSpPr/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Placeholder inheritance from layout and master</a:t>
            </a:r>
            <a:endParaRPr lang="en-US" dirty="0"/>
          </a:p>
        </p:txBody>
      </p:sp>
      <p:sp>
        <p:nvSpPr>
          <p:cNvPr id="4" name="Slide Number"/>
          <p:cNvSpPr/>
          <p:nvPr>
            <p:ph type="sldNum" sz="quarter" idx="12"/>
          </p:nvPr>
        </p:nvSpPr>
        <p:spPr/>
        <p:txBody>
          <a:bodyPr/>
          <a:lstStyle/>
          <a:p>
            <a:fld id="{B6F15528-21DE-4FAA-801E-000000000003}" type="slidenum">
              <a:rPr lang="en-US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and Content</a:t>
            </a:r>
            <a:endParaRPr lang="en-US" dirty="0"/>
          </a:p>
        </p:txBody>
      </p:sp>
      <p:sp>
        <p:nvSpPr>
          <p:cNvPr id="3" name="Content 2"/>
          <p:cNvSpPr/>
          <p:nvPr>
            <p:ph idx="1"/>
          </p:nvPr>
        </p:nvSpPr>
        <p:spPr/>
        <p:txBody>
          <a:bodyPr/>
          <a:lstStyle/>
          <a:p>
            <a:r>
              <a:rPr lang="en-US" dirty="0"/>
              <a:t>Level 1 bullet from master body style</a:t>
            </a:r>
            <a:endParaRPr lang="en-US" dirty="0"/>
          </a:p>
          <a:p>
            <a:pPr lvl="1"/>
            <a:r>
              <a:rPr lang="en-US" dirty="0"/>
              <a:t>Level 2</a:t>
            </a:r>
            <a:endParaRPr lang="en-US" dirty="0"/>
          </a:p>
          <a:p>
            <a:pPr lvl="2"/>
            <a:r>
              <a:rPr lang="en-US" dirty="0"/>
              <a:t>Level 3</a:t>
            </a:r>
            <a:endParaRPr lang="en-US" dirty="0"/>
          </a:p>
          <a:p>
            <a:r>
              <a:rPr lang="en-US" dirty="0"/>
              <a:t>Another level 1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Colour map overr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ght text"/>
          <p:cNvSpPr txBox="1"/>
          <p:nvPr/>
        </p:nvSpPr>
        <p:spPr>
          <a:xfrm>
            <a:off x="952500" y="2857500"/>
            <a:ext cx="9525000" cy="952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4000"/>
              <a:t>White text on black via clrMapOvr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 show="0">
  <p:cSld name="Hidde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Hidden slide with speaker notes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Audio and video with poster frames</a:t>
            </a:r>
            <a:endParaRPr lang="en-US" dirty="0"/>
          </a:p>
        </p:txBody>
      </p:sp>
      <p:pic>
        <p:nvPicPr>
          <p:cNvPr id="3" name="audio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67E2D6D2C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52500" y="1905000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SmartArt (diagram drawing part)</a:t>
            </a:r>
            <a:endParaRPr lang="en-US" dirty="0"/>
          </a:p>
        </p:txBody>
      </p:sp>
      <p:graphicFrame>
        <p:nvGraphicFramePr>
          <p:cNvPr id="3" name="Diagram"/>
          <p:cNvGraphicFramePr/>
          <p:nvPr/>
        </p:nvGraphicFramePr>
        <p:xfrm>
          <a:off x="1905000" y="1905000"/>
          <a:ext cx="7239000" cy="2095500"/>
        </p:xfrm>
        <a:graphic>
          <a:graphicData uri="http://schemas.openxmlformats.org/drawingml/2006/diagram">
            <dgm:relIds xmlns:dgm="http://schemas.openxmlformats.org/drawingml/2006/diagram" r:dm="rId3" r:lo="rId3" r:qs="rId3" r:cs="rId3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a14="http://schemas.microsoft.com/office/drawing/2010/main" xmlns:p159="http://schemas.microsoft.com/office/powerpoint/2015/09/main">
  <p:cSld name="Alternate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190500" y="76200"/>
            <a:ext cx="1181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2000" b="1"/>
              <a:t>mc:AlternateContent: unsupported Choice falls back</a:t>
            </a:r>
            <a:endParaRPr lang="en-US" dirty="0"/>
          </a:p>
        </p:txBody>
      </p:sp>
      <mc:AlternateContent>
        <mc:Choice Requires="unknownExt">
          <p:sp>
            <p:nvSpPr>
              <p:cNvPr id="3" name="choice"/>
              <p:cNvSpPr/>
              <p:nvPr/>
            </p:nvSpPr>
            <p:spPr>
              <a:xfrm>
                <a:off x="952500" y="1905000"/>
                <a:ext cx="2857500" cy="9525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mc:Choice>
        <mc:Fallback>
          <p:sp>
            <p:nvSpPr>
              <p:cNvPr id="4" name="fallback"/>
              <p:cNvSpPr/>
              <p:nvPr/>
            </p:nvSpPr>
            <p:spPr>
              <a:xfrm>
                <a:off x="952500" y="1905000"/>
                <a:ext cx="2857500" cy="952500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r>
                  <a:rPr lang="en-US" dirty="0"/>
                  <a:t>Fallback used</a:t>
                </a:r>
                <a:endParaRPr lang="en-US" dirty="0"/>
              </a:p>
            </p:txBody>
          </p:sp>
        </mc:Fallback>
      </mc:AlternateContent>
      <mc:AlternateContent>
        <mc:Choice Requires="p14">
          <p:sp>
            <p:nvSpPr>
              <p:cNvPr id="5" name="p14 choice"/>
              <p:cNvSpPr/>
              <p:nvPr/>
            </p:nvSpPr>
            <p:spPr>
              <a:xfrm>
                <a:off x="4762500" y="1905000"/>
                <a:ext cx="2857500" cy="952500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r>
                  <a:rPr lang="en-US" dirty="0"/>
                  <a:t>Choice used</a:t>
                </a:r>
                <a:endParaRPr lang="en-US" dirty="0"/>
              </a:p>
            </p:txBody>
          </p:sp>
        </mc:Choice>
        <mc:Fallback>
          <p:sp>
            <p:nvSpPr>
              <p:cNvPr id="6" name="fb2"/>
              <p:cNvSpPr/>
              <p:nvPr/>
            </p:nvSpPr>
            <p:spPr>
              <a:xfrm>
                <a:off x="4762500" y="1905000"/>
                <a:ext cx="2857500" cy="9525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t" typeface="新細明體"/>
      </a:majorFont>
      <a:minorFont>
        <a:latin typeface="Calibri"/>
        <a:ea typeface=""/>
        <a:cs typeface=""/>
        <a:font script="Jpan" typeface="游ゴシック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Pictures, groups, tables, charts, media, backgrounds</dc:title>
  <dc:creator>PPTX2HTML fixtures</dc:creator>
</cp:coreProperties>
</file>