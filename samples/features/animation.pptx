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wav" ContentType="audio/wav"/>
  <Default Extension="svg" ContentType="image/svg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2" sz="quarte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1B2B5-0F7B-4C38-9A3A-111111111111}" type="datetimeFigureOut">
              <a:rPr lang="en-US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3" sz="quarte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4" sz="quarter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1B2B5-0F7B-4C38-9A3A-22222222222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audio" Target="../media/media1.wav"/><Relationship Id="rId3" Type="http://schemas.microsoft.com/office/2007/relationships/media" Target="../media/media1.wav"/><Relationship Id="rId4" Type="http://schemas.openxmlformats.org/officeDocument/2006/relationships/image" Target="../media/media2.sv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Entrance eff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Entrance effects (one per click)</a:t>
            </a:r>
            <a:endParaRPr lang="en-US" dirty="0"/>
          </a:p>
        </p:txBody>
      </p:sp>
      <p:sp>
        <p:nvSpPr>
          <p:cNvPr id="3" name="Fade"/>
          <p:cNvSpPr/>
          <p:nvPr/>
        </p:nvSpPr>
        <p:spPr>
          <a:xfrm>
            <a:off x="381000" y="762000"/>
            <a:ext cx="1524000" cy="9525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Fade</a:t>
            </a:r>
            <a:endParaRPr lang="en-US" dirty="0"/>
          </a:p>
        </p:txBody>
      </p:sp>
      <p:sp>
        <p:nvSpPr>
          <p:cNvPr id="4" name="Wipe up"/>
          <p:cNvSpPr/>
          <p:nvPr/>
        </p:nvSpPr>
        <p:spPr>
          <a:xfrm>
            <a:off x="2333625" y="762000"/>
            <a:ext cx="1524000" cy="9525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Wipe up</a:t>
            </a:r>
            <a:endParaRPr lang="en-US" dirty="0"/>
          </a:p>
        </p:txBody>
      </p:sp>
      <p:sp>
        <p:nvSpPr>
          <p:cNvPr id="5" name="Split"/>
          <p:cNvSpPr/>
          <p:nvPr/>
        </p:nvSpPr>
        <p:spPr>
          <a:xfrm>
            <a:off x="4286250" y="762000"/>
            <a:ext cx="1524000" cy="952500"/>
          </a:xfrm>
          <a:prstGeom prst="rect">
            <a:avLst/>
          </a:prstGeom>
          <a:solidFill>
            <a:srgbClr val="A5A5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Split</a:t>
            </a:r>
            <a:endParaRPr lang="en-US" dirty="0"/>
          </a:p>
        </p:txBody>
      </p:sp>
      <p:sp>
        <p:nvSpPr>
          <p:cNvPr id="6" name="Blinds"/>
          <p:cNvSpPr/>
          <p:nvPr/>
        </p:nvSpPr>
        <p:spPr>
          <a:xfrm>
            <a:off x="6238875" y="762000"/>
            <a:ext cx="1524000" cy="9525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Blinds</a:t>
            </a:r>
            <a:endParaRPr lang="en-US" dirty="0"/>
          </a:p>
        </p:txBody>
      </p:sp>
      <p:sp>
        <p:nvSpPr>
          <p:cNvPr id="7" name="Box"/>
          <p:cNvSpPr/>
          <p:nvPr/>
        </p:nvSpPr>
        <p:spPr>
          <a:xfrm>
            <a:off x="8191500" y="762000"/>
            <a:ext cx="1524000" cy="9525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Box</a:t>
            </a:r>
            <a:endParaRPr lang="en-US" dirty="0"/>
          </a:p>
        </p:txBody>
      </p:sp>
      <p:sp>
        <p:nvSpPr>
          <p:cNvPr id="8" name="Checker"/>
          <p:cNvSpPr/>
          <p:nvPr/>
        </p:nvSpPr>
        <p:spPr>
          <a:xfrm>
            <a:off x="10144125" y="762000"/>
            <a:ext cx="1524000" cy="952500"/>
          </a:xfrm>
          <a:prstGeom prst="rect">
            <a:avLst/>
          </a:prstGeom>
          <a:solidFill>
            <a:srgbClr val="70AD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Checker</a:t>
            </a:r>
            <a:endParaRPr lang="en-US" dirty="0"/>
          </a:p>
        </p:txBody>
      </p:sp>
      <p:sp>
        <p:nvSpPr>
          <p:cNvPr id="9" name="Circle"/>
          <p:cNvSpPr/>
          <p:nvPr/>
        </p:nvSpPr>
        <p:spPr>
          <a:xfrm>
            <a:off x="381000" y="2190750"/>
            <a:ext cx="1524000" cy="9525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Circle</a:t>
            </a:r>
            <a:endParaRPr lang="en-US" dirty="0"/>
          </a:p>
        </p:txBody>
      </p:sp>
      <p:sp>
        <p:nvSpPr>
          <p:cNvPr id="10" name="Diamond"/>
          <p:cNvSpPr/>
          <p:nvPr/>
        </p:nvSpPr>
        <p:spPr>
          <a:xfrm>
            <a:off x="2333625" y="2190750"/>
            <a:ext cx="1524000" cy="9525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Diamond</a:t>
            </a:r>
            <a:endParaRPr lang="en-US" dirty="0"/>
          </a:p>
        </p:txBody>
      </p:sp>
      <p:sp>
        <p:nvSpPr>
          <p:cNvPr id="11" name="Dissolve"/>
          <p:cNvSpPr/>
          <p:nvPr/>
        </p:nvSpPr>
        <p:spPr>
          <a:xfrm>
            <a:off x="4286250" y="2190750"/>
            <a:ext cx="1524000" cy="952500"/>
          </a:xfrm>
          <a:prstGeom prst="rect">
            <a:avLst/>
          </a:prstGeom>
          <a:solidFill>
            <a:srgbClr val="A5A5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Dissolve</a:t>
            </a:r>
            <a:endParaRPr lang="en-US" dirty="0"/>
          </a:p>
        </p:txBody>
      </p:sp>
      <p:sp>
        <p:nvSpPr>
          <p:cNvPr id="12" name="Plus"/>
          <p:cNvSpPr/>
          <p:nvPr/>
        </p:nvSpPr>
        <p:spPr>
          <a:xfrm>
            <a:off x="6238875" y="2190750"/>
            <a:ext cx="1524000" cy="9525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Plus</a:t>
            </a:r>
            <a:endParaRPr lang="en-US" dirty="0"/>
          </a:p>
        </p:txBody>
      </p:sp>
      <p:sp>
        <p:nvSpPr>
          <p:cNvPr id="13" name="Random bars"/>
          <p:cNvSpPr/>
          <p:nvPr/>
        </p:nvSpPr>
        <p:spPr>
          <a:xfrm>
            <a:off x="8191500" y="2190750"/>
            <a:ext cx="1524000" cy="9525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Random bars</a:t>
            </a:r>
            <a:endParaRPr lang="en-US" dirty="0"/>
          </a:p>
        </p:txBody>
      </p:sp>
      <p:sp>
        <p:nvSpPr>
          <p:cNvPr id="14" name="Strips"/>
          <p:cNvSpPr/>
          <p:nvPr/>
        </p:nvSpPr>
        <p:spPr>
          <a:xfrm>
            <a:off x="10144125" y="2190750"/>
            <a:ext cx="1524000" cy="952500"/>
          </a:xfrm>
          <a:prstGeom prst="rect">
            <a:avLst/>
          </a:prstGeom>
          <a:solidFill>
            <a:srgbClr val="70AD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Strips</a:t>
            </a:r>
            <a:endParaRPr lang="en-US" dirty="0"/>
          </a:p>
        </p:txBody>
      </p:sp>
      <p:sp>
        <p:nvSpPr>
          <p:cNvPr id="15" name="Wedge"/>
          <p:cNvSpPr/>
          <p:nvPr/>
        </p:nvSpPr>
        <p:spPr>
          <a:xfrm>
            <a:off x="381000" y="3619500"/>
            <a:ext cx="1524000" cy="9525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Wedge</a:t>
            </a:r>
            <a:endParaRPr lang="en-US" dirty="0"/>
          </a:p>
        </p:txBody>
      </p:sp>
      <p:sp>
        <p:nvSpPr>
          <p:cNvPr id="16" name="Wheel"/>
          <p:cNvSpPr/>
          <p:nvPr/>
        </p:nvSpPr>
        <p:spPr>
          <a:xfrm>
            <a:off x="2333625" y="3619500"/>
            <a:ext cx="1524000" cy="9525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Wheel</a:t>
            </a:r>
            <a:endParaRPr lang="en-US" dirty="0"/>
          </a:p>
        </p:txBody>
      </p:sp>
      <p:sp>
        <p:nvSpPr>
          <p:cNvPr id="17" name="Slide"/>
          <p:cNvSpPr/>
          <p:nvPr/>
        </p:nvSpPr>
        <p:spPr>
          <a:xfrm>
            <a:off x="4286250" y="3619500"/>
            <a:ext cx="1524000" cy="952500"/>
          </a:xfrm>
          <a:prstGeom prst="rect">
            <a:avLst/>
          </a:prstGeom>
          <a:solidFill>
            <a:srgbClr val="A5A5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Slide</a:t>
            </a:r>
            <a:endParaRPr lang="en-US" dirty="0"/>
          </a:p>
        </p:txBody>
      </p:sp>
      <p:sp>
        <p:nvSpPr>
          <p:cNvPr id="18" name="Appear"/>
          <p:cNvSpPr/>
          <p:nvPr/>
        </p:nvSpPr>
        <p:spPr>
          <a:xfrm>
            <a:off x="381000" y="5334000"/>
            <a:ext cx="1524000" cy="952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Appear</a:t>
            </a:r>
            <a:endParaRPr lang="en-US" dirty="0"/>
          </a:p>
        </p:txBody>
      </p:sp>
      <p:sp>
        <p:nvSpPr>
          <p:cNvPr id="19" name="Fly in"/>
          <p:cNvSpPr/>
          <p:nvPr/>
        </p:nvSpPr>
        <p:spPr>
          <a:xfrm>
            <a:off x="2333625" y="5334000"/>
            <a:ext cx="1524000" cy="9525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Fly in</a:t>
            </a:r>
            <a:endParaRPr lang="en-US" dirty="0"/>
          </a:p>
        </p:txBody>
      </p:sp>
      <p:sp>
        <p:nvSpPr>
          <p:cNvPr id="20" name="Fly left"/>
          <p:cNvSpPr/>
          <p:nvPr/>
        </p:nvSpPr>
        <p:spPr>
          <a:xfrm>
            <a:off x="4286250" y="5334000"/>
            <a:ext cx="1524000" cy="9525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Fly left</a:t>
            </a:r>
            <a:endParaRPr lang="en-US" dirty="0"/>
          </a:p>
        </p:txBody>
      </p:sp>
      <p:sp>
        <p:nvSpPr>
          <p:cNvPr id="21" name="Zoom"/>
          <p:cNvSpPr/>
          <p:nvPr/>
        </p:nvSpPr>
        <p:spPr>
          <a:xfrm>
            <a:off x="6238875" y="5334000"/>
            <a:ext cx="1524000" cy="9525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Zoom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Emphasis exit pa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Emphasis, exit and motion path effects</a:t>
            </a:r>
            <a:endParaRPr lang="en-US" dirty="0"/>
          </a:p>
        </p:txBody>
      </p:sp>
      <p:sp>
        <p:nvSpPr>
          <p:cNvPr id="3" name="Spin"/>
          <p:cNvSpPr/>
          <p:nvPr/>
        </p:nvSpPr>
        <p:spPr>
          <a:xfrm>
            <a:off x="571500" y="952500"/>
            <a:ext cx="1524000" cy="9525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Spin</a:t>
            </a:r>
            <a:endParaRPr lang="en-US" dirty="0"/>
          </a:p>
        </p:txBody>
      </p:sp>
      <p:sp>
        <p:nvSpPr>
          <p:cNvPr id="4" name="Grow"/>
          <p:cNvSpPr/>
          <p:nvPr/>
        </p:nvSpPr>
        <p:spPr>
          <a:xfrm>
            <a:off x="2857500" y="952500"/>
            <a:ext cx="1524000" cy="952500"/>
          </a:xfrm>
          <a:prstGeom prst="rect">
            <a:avLst/>
          </a:prstGeom>
          <a:solidFill>
            <a:srgbClr val="70AD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Grow</a:t>
            </a:r>
            <a:endParaRPr lang="en-US" dirty="0"/>
          </a:p>
        </p:txBody>
      </p:sp>
      <p:sp>
        <p:nvSpPr>
          <p:cNvPr id="5" name="Pulse"/>
          <p:cNvSpPr/>
          <p:nvPr/>
        </p:nvSpPr>
        <p:spPr>
          <a:xfrm>
            <a:off x="5143500" y="952500"/>
            <a:ext cx="1524000" cy="9525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Pulse</a:t>
            </a:r>
            <a:endParaRPr lang="en-US" dirty="0"/>
          </a:p>
        </p:txBody>
      </p:sp>
      <p:sp>
        <p:nvSpPr>
          <p:cNvPr id="6" name="Transparency"/>
          <p:cNvSpPr/>
          <p:nvPr/>
        </p:nvSpPr>
        <p:spPr>
          <a:xfrm>
            <a:off x="7429500" y="952500"/>
            <a:ext cx="1524000" cy="9525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Transparency</a:t>
            </a:r>
            <a:endParaRPr lang="en-US" dirty="0"/>
          </a:p>
        </p:txBody>
      </p:sp>
      <p:sp>
        <p:nvSpPr>
          <p:cNvPr id="7" name="Fill colour"/>
          <p:cNvSpPr/>
          <p:nvPr/>
        </p:nvSpPr>
        <p:spPr>
          <a:xfrm>
            <a:off x="9715500" y="952500"/>
            <a:ext cx="1524000" cy="9525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Fill colour</a:t>
            </a:r>
            <a:endParaRPr lang="en-US" dirty="0"/>
          </a:p>
        </p:txBody>
      </p:sp>
      <p:sp>
        <p:nvSpPr>
          <p:cNvPr id="8" name="Font colour"/>
          <p:cNvSpPr/>
          <p:nvPr/>
        </p:nvSpPr>
        <p:spPr>
          <a:xfrm>
            <a:off x="571500" y="2857500"/>
            <a:ext cx="1524000" cy="9525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Font colour</a:t>
            </a:r>
            <a:endParaRPr lang="en-US" dirty="0"/>
          </a:p>
        </p:txBody>
      </p:sp>
      <p:sp>
        <p:nvSpPr>
          <p:cNvPr id="9" name="Teeter"/>
          <p:cNvSpPr/>
          <p:nvPr/>
        </p:nvSpPr>
        <p:spPr>
          <a:xfrm>
            <a:off x="2857500" y="2857500"/>
            <a:ext cx="1524000" cy="952500"/>
          </a:xfrm>
          <a:prstGeom prst="rect">
            <a:avLst/>
          </a:prstGeom>
          <a:solidFill>
            <a:srgbClr val="A5A5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Teeter</a:t>
            </a:r>
            <a:endParaRPr lang="en-US" dirty="0"/>
          </a:p>
        </p:txBody>
      </p:sp>
      <p:sp>
        <p:nvSpPr>
          <p:cNvPr id="10" name="Fade out"/>
          <p:cNvSpPr/>
          <p:nvPr/>
        </p:nvSpPr>
        <p:spPr>
          <a:xfrm>
            <a:off x="5143500" y="2857500"/>
            <a:ext cx="1524000" cy="952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Fade out</a:t>
            </a:r>
            <a:endParaRPr lang="en-US" dirty="0"/>
          </a:p>
        </p:txBody>
      </p:sp>
      <p:sp>
        <p:nvSpPr>
          <p:cNvPr id="11" name="Fly out"/>
          <p:cNvSpPr/>
          <p:nvPr/>
        </p:nvSpPr>
        <p:spPr>
          <a:xfrm>
            <a:off x="7429500" y="2857500"/>
            <a:ext cx="1524000" cy="9525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Fly out</a:t>
            </a:r>
            <a:endParaRPr lang="en-US" dirty="0"/>
          </a:p>
        </p:txBody>
      </p:sp>
      <p:sp>
        <p:nvSpPr>
          <p:cNvPr id="12" name="Motion path"/>
          <p:cNvSpPr/>
          <p:nvPr/>
        </p:nvSpPr>
        <p:spPr>
          <a:xfrm>
            <a:off x="571500" y="4953000"/>
            <a:ext cx="1524000" cy="9525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Path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4" dur="1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8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1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fltVal val="5"/>
                                          </p:val>
                                        </p:tav>
                                        <p:tav tm="50000">
                                          <p:val>
                                            <p:fltVal val="-5"/>
                                          </p:val>
                                        </p:tav>
                                        <p:tav tm="75000">
                                          <p:val>
                                            <p:fltVal val="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 0 L 0.5 -0.25 E" pathEditMode="relative" ptsTypes="">
                                      <p:cBhvr>
                                        <p:cTn id="13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Sequenc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Timing: auto start, with previous, after previous, delays, repeat, auto-reverse</a:t>
            </a:r>
            <a:endParaRPr lang="en-US" dirty="0"/>
          </a:p>
        </p:txBody>
      </p:sp>
      <p:sp>
        <p:nvSpPr>
          <p:cNvPr id="3" name="A auto"/>
          <p:cNvSpPr/>
          <p:nvPr/>
        </p:nvSpPr>
        <p:spPr>
          <a:xfrm>
            <a:off x="571500" y="952500"/>
            <a:ext cx="1524000" cy="9525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A auto</a:t>
            </a:r>
            <a:endParaRPr lang="en-US" dirty="0"/>
          </a:p>
        </p:txBody>
      </p:sp>
      <p:sp>
        <p:nvSpPr>
          <p:cNvPr id="4" name="B with A"/>
          <p:cNvSpPr/>
          <p:nvPr/>
        </p:nvSpPr>
        <p:spPr>
          <a:xfrm>
            <a:off x="2857500" y="952500"/>
            <a:ext cx="1524000" cy="9525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B with A</a:t>
            </a:r>
            <a:endParaRPr lang="en-US" dirty="0"/>
          </a:p>
        </p:txBody>
      </p:sp>
      <p:sp>
        <p:nvSpPr>
          <p:cNvPr id="5" name="C after (delay 500)"/>
          <p:cNvSpPr/>
          <p:nvPr/>
        </p:nvSpPr>
        <p:spPr>
          <a:xfrm>
            <a:off x="5143500" y="952500"/>
            <a:ext cx="1524000" cy="9525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C after (delay 500)</a:t>
            </a:r>
            <a:endParaRPr lang="en-US" dirty="0"/>
          </a:p>
        </p:txBody>
      </p:sp>
      <p:sp>
        <p:nvSpPr>
          <p:cNvPr id="6" name="D click"/>
          <p:cNvSpPr/>
          <p:nvPr/>
        </p:nvSpPr>
        <p:spPr>
          <a:xfrm>
            <a:off x="7429500" y="952500"/>
            <a:ext cx="1524000" cy="9525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D click</a:t>
            </a:r>
            <a:endParaRPr lang="en-US" dirty="0"/>
          </a:p>
        </p:txBody>
      </p:sp>
      <p:sp>
        <p:nvSpPr>
          <p:cNvPr id="7" name="E repeat x3"/>
          <p:cNvSpPr/>
          <p:nvPr/>
        </p:nvSpPr>
        <p:spPr>
          <a:xfrm>
            <a:off x="571500" y="3048000"/>
            <a:ext cx="1524000" cy="952500"/>
          </a:xfrm>
          <a:prstGeom prst="rect">
            <a:avLst/>
          </a:prstGeom>
          <a:solidFill>
            <a:srgbClr val="70AD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E repeat x3</a:t>
            </a:r>
            <a:endParaRPr lang="en-US" dirty="0"/>
          </a:p>
        </p:txBody>
      </p:sp>
      <p:sp>
        <p:nvSpPr>
          <p:cNvPr id="8" name="F autoRev"/>
          <p:cNvSpPr/>
          <p:nvPr/>
        </p:nvSpPr>
        <p:spPr>
          <a:xfrm>
            <a:off x="2857500" y="3048000"/>
            <a:ext cx="1524000" cy="9525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F autoRev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8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6" presetClass="emph" presetSubtype="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2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ext builds and trigg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Build by paragraph, by letter, triggers, media command</a:t>
            </a:r>
            <a:endParaRPr lang="en-US" dirty="0"/>
          </a:p>
        </p:txBody>
      </p:sp>
      <p:sp>
        <p:nvSpPr>
          <p:cNvPr id="3" name="Bulleted"/>
          <p:cNvSpPr/>
          <p:nvPr/>
        </p:nvSpPr>
        <p:spPr>
          <a:xfrm>
            <a:off x="571500" y="762000"/>
            <a:ext cx="4762500" cy="2476500"/>
          </a:xfrm>
          <a:prstGeom prst="rect">
            <a:avLst/>
          </a:prstGeom>
          <a:solidFill>
            <a:srgbClr val="DEEBF7"/>
          </a:solidFill>
        </p:spPr>
        <p:txBody>
          <a:bodyPr anchor="t"/>
          <a:lstStyle/>
          <a:p>
            <a:pPr marL="285750" indent="-285750">
              <a:buFont typeface="Arial"/>
              <a:buChar char="•"/>
            </a:pPr>
            <a:r>
              <a:rPr lang="en-US" dirty="0" sz="2400"/>
              <a:t>First point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sz="2400"/>
              <a:t>Second point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sz="2400"/>
              <a:t>Third point</a:t>
            </a:r>
            <a:endParaRPr lang="en-US" dirty="0"/>
          </a:p>
        </p:txBody>
      </p:sp>
      <p:sp>
        <p:nvSpPr>
          <p:cNvPr id="4" name="Letters"/>
          <p:cNvSpPr/>
          <p:nvPr/>
        </p:nvSpPr>
        <p:spPr>
          <a:xfrm>
            <a:off x="6096000" y="762000"/>
            <a:ext cx="5334000" cy="9525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dirty="0" sz="4000" b="1">
                <a:solidFill>
                  <a:srgbClr val="C00000"/>
                </a:solidFill>
              </a:rPr>
              <a:t>By letter</a:t>
            </a:r>
            <a:endParaRPr lang="en-US" dirty="0"/>
          </a:p>
        </p:txBody>
      </p:sp>
      <p:sp>
        <p:nvSpPr>
          <p:cNvPr id="5" name="Trigger button"/>
          <p:cNvSpPr/>
          <p:nvPr/>
        </p:nvSpPr>
        <p:spPr>
          <a:xfrm>
            <a:off x="6096000" y="2857500"/>
            <a:ext cx="1905000" cy="762000"/>
          </a:xfrm>
          <a:prstGeom prst="roundRect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800"/>
              <a:t>Click me</a:t>
            </a:r>
            <a:endParaRPr lang="en-US" dirty="0"/>
          </a:p>
        </p:txBody>
      </p:sp>
      <p:sp>
        <p:nvSpPr>
          <p:cNvPr id="6" name="Triggered"/>
          <p:cNvSpPr/>
          <p:nvPr/>
        </p:nvSpPr>
        <p:spPr>
          <a:xfrm>
            <a:off x="8572500" y="2857500"/>
            <a:ext cx="1524000" cy="952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 sz="1400"/>
              <a:t>Triggered</a:t>
            </a:r>
            <a:endParaRPr lang="en-US" dirty="0"/>
          </a:p>
        </p:txBody>
      </p:sp>
      <p:pic>
        <p:nvPicPr>
          <p:cNvPr id="7" name="sound.wav"/>
          <p:cNvPicPr/>
          <p:nvPr>
            <a:audioFile r:link="rId2"/>
            <p:extLst>
              <p:ext uri="{DAA4B4D4-6D71-4841-9C94-3DE67E2D6D2C}">
                <p14:media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1500" y="533400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mediacall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9" dur="3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fade"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fade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1905000" y="2381250"/>
            <a:ext cx="2857500" cy="1905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fade thruBlk"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fade thruBlk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4762500" y="2381250"/>
            <a:ext cx="28575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push"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push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7620000" y="2381250"/>
            <a:ext cx="2857500" cy="190500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wipe"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wipe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1905000" y="2381250"/>
            <a:ext cx="2857500" cy="1905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split">
    <p:bg>
      <p:bgPr>
        <a:solidFill>
          <a:srgbClr val="EDE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split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4762500" y="2381250"/>
            <a:ext cx="28575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split orient="vert" dir="ou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cover"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cover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7620000" y="2381250"/>
            <a:ext cx="2857500" cy="190500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cover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pull"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pull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1905000" y="2381250"/>
            <a:ext cx="2857500" cy="1905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pull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cut"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cut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4762500" y="2381250"/>
            <a:ext cx="28575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blinds"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blinds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7620000" y="2381250"/>
            <a:ext cx="2857500" cy="190500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blinds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checker"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checker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1905000" y="2381250"/>
            <a:ext cx="2857500" cy="1905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check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circle">
    <p:bg>
      <p:bgPr>
        <a:solidFill>
          <a:srgbClr val="EDE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circle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4762500" y="2381250"/>
            <a:ext cx="28575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circl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comb"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comb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7620000" y="2381250"/>
            <a:ext cx="2857500" cy="190500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comb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diamond"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diamond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1905000" y="2381250"/>
            <a:ext cx="2857500" cy="1905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diamond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dissolve"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dissolve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4762500" y="2381250"/>
            <a:ext cx="28575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dissolv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newsflash"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newsflash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7620000" y="2381250"/>
            <a:ext cx="2857500" cy="190500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newsfla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plus"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plus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1905000" y="2381250"/>
            <a:ext cx="2857500" cy="1905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plus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random">
    <p:bg>
      <p:bgPr>
        <a:solidFill>
          <a:srgbClr val="EDE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random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4762500" y="2381250"/>
            <a:ext cx="28575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randomBar"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randomBar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7620000" y="2381250"/>
            <a:ext cx="2857500" cy="190500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randomBar dir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strips"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strips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1905000" y="2381250"/>
            <a:ext cx="2857500" cy="1905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strips dir="r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wedge"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wedge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4762500" y="2381250"/>
            <a:ext cx="28575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wedg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wheel"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wheel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7620000" y="2381250"/>
            <a:ext cx="2857500" cy="190500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wheel spokes="4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zoom"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zoom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1905000" y="2381250"/>
            <a:ext cx="2857500" cy="1905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vortex">
    <p:bg>
      <p:bgPr>
        <a:solidFill>
          <a:srgbClr val="EDE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vortex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4762500" y="2381250"/>
            <a:ext cx="28575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vortex dir="r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switch"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switch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7620000" y="2381250"/>
            <a:ext cx="2857500" cy="190500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switch dir="r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flip"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flip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1905000" y="2381250"/>
            <a:ext cx="2857500" cy="1905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ripple"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ripple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4762500" y="2381250"/>
            <a:ext cx="28575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rippl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honeycomb"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honeycomb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7620000" y="2381250"/>
            <a:ext cx="2857500" cy="190500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honeycomb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prism"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prism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1905000" y="2381250"/>
            <a:ext cx="2857500" cy="1905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doors">
    <p:bg>
      <p:bgPr>
        <a:solidFill>
          <a:srgbClr val="EDE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doors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4762500" y="2381250"/>
            <a:ext cx="28575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window"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window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7620000" y="2381250"/>
            <a:ext cx="2857500" cy="190500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window dir="ver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ferris"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ferris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1905000" y="2381250"/>
            <a:ext cx="2857500" cy="1905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ferris dir="l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gallery"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gallery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4762500" y="2381250"/>
            <a:ext cx="28575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gallery dir="l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conveyor"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conveyor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7620000" y="2381250"/>
            <a:ext cx="2857500" cy="190500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conveyor dir="l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pan"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pan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1905000" y="2381250"/>
            <a:ext cx="2857500" cy="1905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pan dir="d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glitter">
    <p:bg>
      <p:bgPr>
        <a:solidFill>
          <a:srgbClr val="EDE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glitter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4762500" y="2381250"/>
            <a:ext cx="28575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glitter dir="l" pattern="hexagon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warp"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warp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7620000" y="2381250"/>
            <a:ext cx="2857500" cy="190500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warp dir="in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flythrough"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flythrough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1905000" y="2381250"/>
            <a:ext cx="2857500" cy="1905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flythrough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flash"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flash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4762500" y="2381250"/>
            <a:ext cx="28575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flash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shred"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shred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7620000" y="2381250"/>
            <a:ext cx="2857500" cy="190500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shred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reveal"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reveal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1905000" y="2381250"/>
            <a:ext cx="2857500" cy="1905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reveal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wheelReverse">
    <p:bg>
      <p:bgPr>
        <a:solidFill>
          <a:srgbClr val="EDE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wheelReverse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4762500" y="2381250"/>
            <a:ext cx="28575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4">
      <p:transition spd="slow" p14:dur="1200">
        <p14:wheelReverse spokes="2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curtains"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curtains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7620000" y="2381250"/>
            <a:ext cx="2857500" cy="190500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5">
      <p:transition spd="slow" p14:dur="1200">
        <p15:prstTrans prst="curtains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wind"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wind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1905000" y="2381250"/>
            <a:ext cx="2857500" cy="1905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5">
      <p:transition spd="slow" p14:dur="1200">
        <p15:prstTrans prst="wind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fracture"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fracture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4762500" y="2381250"/>
            <a:ext cx="28575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5">
      <p:transition spd="slow" p14:dur="1200">
        <p15:prstTrans prst="fracture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pageCurlDouble"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pageCurlDouble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7620000" y="2381250"/>
            <a:ext cx="2857500" cy="190500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5">
      <p:transition spd="slow" p14:dur="1200">
        <p15:prstTrans prst="pageCurlDouble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airplane"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airplane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1905000" y="2381250"/>
            <a:ext cx="2857500" cy="1905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5">
      <p:transition spd="slow" p14:dur="1200">
        <p15:prstTrans prst="airplane"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fallOver">
    <p:bg>
      <p:bgPr>
        <a:solidFill>
          <a:srgbClr val="EDE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fallOver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4762500" y="2381250"/>
            <a:ext cx="28575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5">
      <p:transition spd="slow" p14:dur="1200">
        <p15:prstTrans prst="fallOver"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ransition morph"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3200" b="1"/>
              <a:t>Transition: morph</a:t>
            </a:r>
            <a:endParaRPr lang="en-US" dirty="0"/>
          </a:p>
        </p:txBody>
      </p:sp>
      <p:sp>
        <p:nvSpPr>
          <p:cNvPr id="3" name="Box"/>
          <p:cNvSpPr/>
          <p:nvPr/>
        </p:nvSpPr>
        <p:spPr>
          <a:xfrm>
            <a:off x="7620000" y="2381250"/>
            <a:ext cx="2857500" cy="190500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>
    <mc:Choice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Auto adv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Auto advance after 1.5 s, no click advance</a:t>
            </a:r>
            <a:endParaRPr lang="en-US" dirty="0"/>
          </a:p>
        </p:txBody>
      </p:sp>
    </p:spTree>
  </p:cSld>
  <p:clrMapOvr>
    <a:masterClrMapping/>
  </p:clrMapOvr>
  <p:transition spd="fast" advClick="0" advTm="15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End of show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t" typeface="新細明體"/>
      </a:majorFont>
      <a:minorFont>
        <a:latin typeface="Calibri"/>
        <a:ea typeface=""/>
        <a:cs typeface=""/>
        <a:font script="Jpan" typeface="游ゴシック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54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Animations and transitions</dc:title>
  <dc:creator>PPTX2HTML fixtures</dc:creator>
</cp:coreProperties>
</file>